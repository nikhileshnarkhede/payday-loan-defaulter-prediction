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14"/>
  </p:notesMasterIdLst>
  <p:sldIdLst>
    <p:sldId id="256" r:id="rId2"/>
    <p:sldId id="257" r:id="rId3"/>
    <p:sldId id="258" r:id="rId4"/>
    <p:sldId id="266" r:id="rId5"/>
    <p:sldId id="272" r:id="rId6"/>
    <p:sldId id="275" r:id="rId7"/>
    <p:sldId id="261" r:id="rId8"/>
    <p:sldId id="273" r:id="rId9"/>
    <p:sldId id="274" r:id="rId10"/>
    <p:sldId id="276" r:id="rId11"/>
    <p:sldId id="263" r:id="rId12"/>
    <p:sldId id="27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764"/>
    <a:srgbClr val="F0F0F0"/>
    <a:srgbClr val="FFC64C"/>
    <a:srgbClr val="FEC24D"/>
    <a:srgbClr val="2237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3" autoAdjust="0"/>
  </p:normalViewPr>
  <p:slideViewPr>
    <p:cSldViewPr snapToGrid="0">
      <p:cViewPr>
        <p:scale>
          <a:sx n="66" d="100"/>
          <a:sy n="66" d="100"/>
        </p:scale>
        <p:origin x="1301" y="41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C175C0-7BF8-4F92-AB2D-A086AF850E5C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3A2AB20-C110-4EDB-B763-AA02A1C2EDBD}">
      <dgm:prSet/>
      <dgm:spPr/>
      <dgm:t>
        <a:bodyPr/>
        <a:lstStyle/>
        <a:p>
          <a:r>
            <a:rPr lang="en-US" b="0" i="0" baseline="0"/>
            <a:t>File: paydayloan_collections.csv</a:t>
          </a:r>
          <a:endParaRPr lang="en-US"/>
        </a:p>
      </dgm:t>
    </dgm:pt>
    <dgm:pt modelId="{56CEE6B0-7643-4545-B2AD-497EBACC0FA5}" type="parTrans" cxnId="{5B96ED9C-6D85-4D6D-BB7C-B94FE108DE2E}">
      <dgm:prSet/>
      <dgm:spPr/>
      <dgm:t>
        <a:bodyPr/>
        <a:lstStyle/>
        <a:p>
          <a:endParaRPr lang="en-US"/>
        </a:p>
      </dgm:t>
    </dgm:pt>
    <dgm:pt modelId="{13218EB6-53DC-4853-AAAA-D41A8DFFAB8A}" type="sibTrans" cxnId="{5B96ED9C-6D85-4D6D-BB7C-B94FE108DE2E}">
      <dgm:prSet/>
      <dgm:spPr/>
      <dgm:t>
        <a:bodyPr/>
        <a:lstStyle/>
        <a:p>
          <a:endParaRPr lang="en-US"/>
        </a:p>
      </dgm:t>
    </dgm:pt>
    <dgm:pt modelId="{D8A5909B-4443-441D-A954-40AA6E471B65}">
      <dgm:prSet/>
      <dgm:spPr/>
      <dgm:t>
        <a:bodyPr/>
        <a:lstStyle/>
        <a:p>
          <a:r>
            <a:rPr lang="en-US" b="1" i="0" baseline="0" dirty="0"/>
            <a:t>Rows</a:t>
          </a:r>
          <a:r>
            <a:rPr lang="en-US" b="0" i="0" baseline="0" dirty="0"/>
            <a:t>: 30,000</a:t>
          </a:r>
          <a:endParaRPr lang="en-US" dirty="0"/>
        </a:p>
      </dgm:t>
    </dgm:pt>
    <dgm:pt modelId="{34DB5E3E-5648-47CF-A199-891FB4FAAAD7}" type="parTrans" cxnId="{6C15F806-6073-4BFB-80A8-1B9D29C00F0D}">
      <dgm:prSet/>
      <dgm:spPr/>
      <dgm:t>
        <a:bodyPr/>
        <a:lstStyle/>
        <a:p>
          <a:endParaRPr lang="en-US"/>
        </a:p>
      </dgm:t>
    </dgm:pt>
    <dgm:pt modelId="{3BC25946-A770-44E2-A32C-CD1079370E54}" type="sibTrans" cxnId="{6C15F806-6073-4BFB-80A8-1B9D29C00F0D}">
      <dgm:prSet/>
      <dgm:spPr/>
      <dgm:t>
        <a:bodyPr/>
        <a:lstStyle/>
        <a:p>
          <a:endParaRPr lang="en-US"/>
        </a:p>
      </dgm:t>
    </dgm:pt>
    <dgm:pt modelId="{263C4A65-947C-4BB3-B9DC-D10FA3282E26}">
      <dgm:prSet/>
      <dgm:spPr/>
      <dgm:t>
        <a:bodyPr/>
        <a:lstStyle/>
        <a:p>
          <a:r>
            <a:rPr lang="en-US" b="1" i="0" baseline="0"/>
            <a:t>Columns</a:t>
          </a:r>
          <a:r>
            <a:rPr lang="en-US" b="0" i="0" baseline="0"/>
            <a:t>: 31 (20 numerical, 10 categorical + target)</a:t>
          </a:r>
          <a:endParaRPr lang="en-US"/>
        </a:p>
      </dgm:t>
    </dgm:pt>
    <dgm:pt modelId="{EB1A80D0-79F9-4953-97DB-EFAAB20F9256}" type="parTrans" cxnId="{A146C327-A21E-4DA7-8D57-9FA7FD687D89}">
      <dgm:prSet/>
      <dgm:spPr/>
      <dgm:t>
        <a:bodyPr/>
        <a:lstStyle/>
        <a:p>
          <a:endParaRPr lang="en-US"/>
        </a:p>
      </dgm:t>
    </dgm:pt>
    <dgm:pt modelId="{6DC99993-EC2B-41F9-96D8-CBC17BD58C9C}" type="sibTrans" cxnId="{A146C327-A21E-4DA7-8D57-9FA7FD687D89}">
      <dgm:prSet/>
      <dgm:spPr/>
      <dgm:t>
        <a:bodyPr/>
        <a:lstStyle/>
        <a:p>
          <a:endParaRPr lang="en-US"/>
        </a:p>
      </dgm:t>
    </dgm:pt>
    <dgm:pt modelId="{A14057FD-8D92-42CA-BE3C-85B5A7A0C051}">
      <dgm:prSet/>
      <dgm:spPr/>
      <dgm:t>
        <a:bodyPr/>
        <a:lstStyle/>
        <a:p>
          <a:r>
            <a:rPr lang="en-US" b="0" i="0" baseline="0"/>
            <a:t>Target: payment → Success or Denied</a:t>
          </a:r>
          <a:endParaRPr lang="en-US"/>
        </a:p>
      </dgm:t>
    </dgm:pt>
    <dgm:pt modelId="{80F95512-BAFA-41DB-8596-F4434C442536}" type="parTrans" cxnId="{171BC39E-9456-40E7-8E5C-80DB6ECE4BD0}">
      <dgm:prSet/>
      <dgm:spPr/>
      <dgm:t>
        <a:bodyPr/>
        <a:lstStyle/>
        <a:p>
          <a:endParaRPr lang="en-US"/>
        </a:p>
      </dgm:t>
    </dgm:pt>
    <dgm:pt modelId="{791C88E8-2BDD-4046-8118-A2AA2A99FE19}" type="sibTrans" cxnId="{171BC39E-9456-40E7-8E5C-80DB6ECE4BD0}">
      <dgm:prSet/>
      <dgm:spPr/>
      <dgm:t>
        <a:bodyPr/>
        <a:lstStyle/>
        <a:p>
          <a:endParaRPr lang="en-US"/>
        </a:p>
      </dgm:t>
    </dgm:pt>
    <dgm:pt modelId="{75987F8B-34E9-4C07-9A54-AEA4FB4AF084}">
      <dgm:prSet/>
      <dgm:spPr/>
      <dgm:t>
        <a:bodyPr/>
        <a:lstStyle/>
        <a:p>
          <a:r>
            <a:rPr lang="en-US" b="0" i="0" baseline="0"/>
            <a:t>No missing values</a:t>
          </a:r>
          <a:endParaRPr lang="en-US"/>
        </a:p>
      </dgm:t>
    </dgm:pt>
    <dgm:pt modelId="{BDA16676-3F51-4270-B597-21234DDE2E7E}" type="parTrans" cxnId="{A969B3D8-DCBF-4494-BB12-4E129E6BDDD4}">
      <dgm:prSet/>
      <dgm:spPr/>
      <dgm:t>
        <a:bodyPr/>
        <a:lstStyle/>
        <a:p>
          <a:endParaRPr lang="en-US"/>
        </a:p>
      </dgm:t>
    </dgm:pt>
    <dgm:pt modelId="{34E17009-CEA4-4495-86CE-902F895DCD3D}" type="sibTrans" cxnId="{A969B3D8-DCBF-4494-BB12-4E129E6BDDD4}">
      <dgm:prSet/>
      <dgm:spPr/>
      <dgm:t>
        <a:bodyPr/>
        <a:lstStyle/>
        <a:p>
          <a:endParaRPr lang="en-US"/>
        </a:p>
      </dgm:t>
    </dgm:pt>
    <dgm:pt modelId="{581B04EB-A9D2-444A-B5B8-C9B9235E72DD}" type="pres">
      <dgm:prSet presAssocID="{B7C175C0-7BF8-4F92-AB2D-A086AF850E5C}" presName="vert0" presStyleCnt="0">
        <dgm:presLayoutVars>
          <dgm:dir/>
          <dgm:animOne val="branch"/>
          <dgm:animLvl val="lvl"/>
        </dgm:presLayoutVars>
      </dgm:prSet>
      <dgm:spPr/>
    </dgm:pt>
    <dgm:pt modelId="{568C039C-4832-4A98-AAB0-5DACADCC6AF5}" type="pres">
      <dgm:prSet presAssocID="{03A2AB20-C110-4EDB-B763-AA02A1C2EDBD}" presName="thickLine" presStyleLbl="alignNode1" presStyleIdx="0" presStyleCnt="5"/>
      <dgm:spPr/>
    </dgm:pt>
    <dgm:pt modelId="{265CFFF6-BA4D-44A3-A02C-326AC57248F0}" type="pres">
      <dgm:prSet presAssocID="{03A2AB20-C110-4EDB-B763-AA02A1C2EDBD}" presName="horz1" presStyleCnt="0"/>
      <dgm:spPr/>
    </dgm:pt>
    <dgm:pt modelId="{91F2D9F9-5773-4D34-8BAA-2936E0209468}" type="pres">
      <dgm:prSet presAssocID="{03A2AB20-C110-4EDB-B763-AA02A1C2EDBD}" presName="tx1" presStyleLbl="revTx" presStyleIdx="0" presStyleCnt="5"/>
      <dgm:spPr/>
    </dgm:pt>
    <dgm:pt modelId="{266E6DE4-CB0A-4E3B-B4F4-2AD952E219AD}" type="pres">
      <dgm:prSet presAssocID="{03A2AB20-C110-4EDB-B763-AA02A1C2EDBD}" presName="vert1" presStyleCnt="0"/>
      <dgm:spPr/>
    </dgm:pt>
    <dgm:pt modelId="{679A17D6-1D60-43FE-AECF-26687D7EBF61}" type="pres">
      <dgm:prSet presAssocID="{D8A5909B-4443-441D-A954-40AA6E471B65}" presName="thickLine" presStyleLbl="alignNode1" presStyleIdx="1" presStyleCnt="5"/>
      <dgm:spPr/>
    </dgm:pt>
    <dgm:pt modelId="{01CD6AD2-1DFB-46F0-9498-82BFB779ADD9}" type="pres">
      <dgm:prSet presAssocID="{D8A5909B-4443-441D-A954-40AA6E471B65}" presName="horz1" presStyleCnt="0"/>
      <dgm:spPr/>
    </dgm:pt>
    <dgm:pt modelId="{0D761BE7-5637-443A-80CA-39A42F13075C}" type="pres">
      <dgm:prSet presAssocID="{D8A5909B-4443-441D-A954-40AA6E471B65}" presName="tx1" presStyleLbl="revTx" presStyleIdx="1" presStyleCnt="5"/>
      <dgm:spPr/>
    </dgm:pt>
    <dgm:pt modelId="{897DCEFC-DFFA-4F32-91AD-4FC334AE0DFE}" type="pres">
      <dgm:prSet presAssocID="{D8A5909B-4443-441D-A954-40AA6E471B65}" presName="vert1" presStyleCnt="0"/>
      <dgm:spPr/>
    </dgm:pt>
    <dgm:pt modelId="{ABF417DE-5562-47C2-9F63-3C782FCC360B}" type="pres">
      <dgm:prSet presAssocID="{263C4A65-947C-4BB3-B9DC-D10FA3282E26}" presName="thickLine" presStyleLbl="alignNode1" presStyleIdx="2" presStyleCnt="5"/>
      <dgm:spPr/>
    </dgm:pt>
    <dgm:pt modelId="{5E9C9993-2BE3-4A1B-ADB6-CF4B475E40EB}" type="pres">
      <dgm:prSet presAssocID="{263C4A65-947C-4BB3-B9DC-D10FA3282E26}" presName="horz1" presStyleCnt="0"/>
      <dgm:spPr/>
    </dgm:pt>
    <dgm:pt modelId="{B5EA4663-D133-4A49-8EB5-F56CB2663911}" type="pres">
      <dgm:prSet presAssocID="{263C4A65-947C-4BB3-B9DC-D10FA3282E26}" presName="tx1" presStyleLbl="revTx" presStyleIdx="2" presStyleCnt="5"/>
      <dgm:spPr/>
    </dgm:pt>
    <dgm:pt modelId="{F6391141-F31C-42D2-9825-9DF82220250E}" type="pres">
      <dgm:prSet presAssocID="{263C4A65-947C-4BB3-B9DC-D10FA3282E26}" presName="vert1" presStyleCnt="0"/>
      <dgm:spPr/>
    </dgm:pt>
    <dgm:pt modelId="{8C9FC692-6107-4546-9124-2EBE7457FC6B}" type="pres">
      <dgm:prSet presAssocID="{A14057FD-8D92-42CA-BE3C-85B5A7A0C051}" presName="thickLine" presStyleLbl="alignNode1" presStyleIdx="3" presStyleCnt="5"/>
      <dgm:spPr/>
    </dgm:pt>
    <dgm:pt modelId="{BE7AA313-DED1-436F-B242-8EE63D377F31}" type="pres">
      <dgm:prSet presAssocID="{A14057FD-8D92-42CA-BE3C-85B5A7A0C051}" presName="horz1" presStyleCnt="0"/>
      <dgm:spPr/>
    </dgm:pt>
    <dgm:pt modelId="{E8FA549A-8D04-41A2-887A-ADC064A5F1FD}" type="pres">
      <dgm:prSet presAssocID="{A14057FD-8D92-42CA-BE3C-85B5A7A0C051}" presName="tx1" presStyleLbl="revTx" presStyleIdx="3" presStyleCnt="5"/>
      <dgm:spPr/>
    </dgm:pt>
    <dgm:pt modelId="{1E37D937-A4F8-4FAE-A6E7-EF8A58CAAF6F}" type="pres">
      <dgm:prSet presAssocID="{A14057FD-8D92-42CA-BE3C-85B5A7A0C051}" presName="vert1" presStyleCnt="0"/>
      <dgm:spPr/>
    </dgm:pt>
    <dgm:pt modelId="{9E8E9309-2925-48CF-B459-779ABC8A3518}" type="pres">
      <dgm:prSet presAssocID="{75987F8B-34E9-4C07-9A54-AEA4FB4AF084}" presName="thickLine" presStyleLbl="alignNode1" presStyleIdx="4" presStyleCnt="5"/>
      <dgm:spPr/>
    </dgm:pt>
    <dgm:pt modelId="{815A70D8-869A-4D88-A575-F0B65AEA7A7B}" type="pres">
      <dgm:prSet presAssocID="{75987F8B-34E9-4C07-9A54-AEA4FB4AF084}" presName="horz1" presStyleCnt="0"/>
      <dgm:spPr/>
    </dgm:pt>
    <dgm:pt modelId="{4683E92B-C984-4585-B95C-4F4888C15AF7}" type="pres">
      <dgm:prSet presAssocID="{75987F8B-34E9-4C07-9A54-AEA4FB4AF084}" presName="tx1" presStyleLbl="revTx" presStyleIdx="4" presStyleCnt="5"/>
      <dgm:spPr/>
    </dgm:pt>
    <dgm:pt modelId="{ED92DBD4-D557-4D27-808B-24BA237E8633}" type="pres">
      <dgm:prSet presAssocID="{75987F8B-34E9-4C07-9A54-AEA4FB4AF084}" presName="vert1" presStyleCnt="0"/>
      <dgm:spPr/>
    </dgm:pt>
  </dgm:ptLst>
  <dgm:cxnLst>
    <dgm:cxn modelId="{6C15F806-6073-4BFB-80A8-1B9D29C00F0D}" srcId="{B7C175C0-7BF8-4F92-AB2D-A086AF850E5C}" destId="{D8A5909B-4443-441D-A954-40AA6E471B65}" srcOrd="1" destOrd="0" parTransId="{34DB5E3E-5648-47CF-A199-891FB4FAAAD7}" sibTransId="{3BC25946-A770-44E2-A32C-CD1079370E54}"/>
    <dgm:cxn modelId="{B6AA8F17-BA7D-4DFF-81DD-4DDFBEBA181A}" type="presOf" srcId="{D8A5909B-4443-441D-A954-40AA6E471B65}" destId="{0D761BE7-5637-443A-80CA-39A42F13075C}" srcOrd="0" destOrd="0" presId="urn:microsoft.com/office/officeart/2008/layout/LinedList"/>
    <dgm:cxn modelId="{849C5422-3538-4A75-A2A2-CDCC757387CB}" type="presOf" srcId="{A14057FD-8D92-42CA-BE3C-85B5A7A0C051}" destId="{E8FA549A-8D04-41A2-887A-ADC064A5F1FD}" srcOrd="0" destOrd="0" presId="urn:microsoft.com/office/officeart/2008/layout/LinedList"/>
    <dgm:cxn modelId="{A146C327-A21E-4DA7-8D57-9FA7FD687D89}" srcId="{B7C175C0-7BF8-4F92-AB2D-A086AF850E5C}" destId="{263C4A65-947C-4BB3-B9DC-D10FA3282E26}" srcOrd="2" destOrd="0" parTransId="{EB1A80D0-79F9-4953-97DB-EFAAB20F9256}" sibTransId="{6DC99993-EC2B-41F9-96D8-CBC17BD58C9C}"/>
    <dgm:cxn modelId="{60FD4F2A-C6BE-445F-ADF4-FFA5B24E848F}" type="presOf" srcId="{B7C175C0-7BF8-4F92-AB2D-A086AF850E5C}" destId="{581B04EB-A9D2-444A-B5B8-C9B9235E72DD}" srcOrd="0" destOrd="0" presId="urn:microsoft.com/office/officeart/2008/layout/LinedList"/>
    <dgm:cxn modelId="{837CE75D-487B-4D0E-8E2E-3086ED3389D3}" type="presOf" srcId="{75987F8B-34E9-4C07-9A54-AEA4FB4AF084}" destId="{4683E92B-C984-4585-B95C-4F4888C15AF7}" srcOrd="0" destOrd="0" presId="urn:microsoft.com/office/officeart/2008/layout/LinedList"/>
    <dgm:cxn modelId="{E9765B5F-0A45-4B32-A01B-1EC260BF0F49}" type="presOf" srcId="{263C4A65-947C-4BB3-B9DC-D10FA3282E26}" destId="{B5EA4663-D133-4A49-8EB5-F56CB2663911}" srcOrd="0" destOrd="0" presId="urn:microsoft.com/office/officeart/2008/layout/LinedList"/>
    <dgm:cxn modelId="{D4DE824C-0DE6-4591-A4A9-1F2700742A53}" type="presOf" srcId="{03A2AB20-C110-4EDB-B763-AA02A1C2EDBD}" destId="{91F2D9F9-5773-4D34-8BAA-2936E0209468}" srcOrd="0" destOrd="0" presId="urn:microsoft.com/office/officeart/2008/layout/LinedList"/>
    <dgm:cxn modelId="{5B96ED9C-6D85-4D6D-BB7C-B94FE108DE2E}" srcId="{B7C175C0-7BF8-4F92-AB2D-A086AF850E5C}" destId="{03A2AB20-C110-4EDB-B763-AA02A1C2EDBD}" srcOrd="0" destOrd="0" parTransId="{56CEE6B0-7643-4545-B2AD-497EBACC0FA5}" sibTransId="{13218EB6-53DC-4853-AAAA-D41A8DFFAB8A}"/>
    <dgm:cxn modelId="{171BC39E-9456-40E7-8E5C-80DB6ECE4BD0}" srcId="{B7C175C0-7BF8-4F92-AB2D-A086AF850E5C}" destId="{A14057FD-8D92-42CA-BE3C-85B5A7A0C051}" srcOrd="3" destOrd="0" parTransId="{80F95512-BAFA-41DB-8596-F4434C442536}" sibTransId="{791C88E8-2BDD-4046-8118-A2AA2A99FE19}"/>
    <dgm:cxn modelId="{A969B3D8-DCBF-4494-BB12-4E129E6BDDD4}" srcId="{B7C175C0-7BF8-4F92-AB2D-A086AF850E5C}" destId="{75987F8B-34E9-4C07-9A54-AEA4FB4AF084}" srcOrd="4" destOrd="0" parTransId="{BDA16676-3F51-4270-B597-21234DDE2E7E}" sibTransId="{34E17009-CEA4-4495-86CE-902F895DCD3D}"/>
    <dgm:cxn modelId="{E276D862-7AC8-42C2-8279-DB3B679E89C8}" type="presParOf" srcId="{581B04EB-A9D2-444A-B5B8-C9B9235E72DD}" destId="{568C039C-4832-4A98-AAB0-5DACADCC6AF5}" srcOrd="0" destOrd="0" presId="urn:microsoft.com/office/officeart/2008/layout/LinedList"/>
    <dgm:cxn modelId="{96E48EF5-0755-4E4A-B496-11FFBDE07E57}" type="presParOf" srcId="{581B04EB-A9D2-444A-B5B8-C9B9235E72DD}" destId="{265CFFF6-BA4D-44A3-A02C-326AC57248F0}" srcOrd="1" destOrd="0" presId="urn:microsoft.com/office/officeart/2008/layout/LinedList"/>
    <dgm:cxn modelId="{A44CB045-7FF5-43C1-B056-CFED1D5AAEFC}" type="presParOf" srcId="{265CFFF6-BA4D-44A3-A02C-326AC57248F0}" destId="{91F2D9F9-5773-4D34-8BAA-2936E0209468}" srcOrd="0" destOrd="0" presId="urn:microsoft.com/office/officeart/2008/layout/LinedList"/>
    <dgm:cxn modelId="{67271008-828B-44A8-917E-FB89F2621AE9}" type="presParOf" srcId="{265CFFF6-BA4D-44A3-A02C-326AC57248F0}" destId="{266E6DE4-CB0A-4E3B-B4F4-2AD952E219AD}" srcOrd="1" destOrd="0" presId="urn:microsoft.com/office/officeart/2008/layout/LinedList"/>
    <dgm:cxn modelId="{8CA375C7-9CE2-4680-8E0E-D73950A10C00}" type="presParOf" srcId="{581B04EB-A9D2-444A-B5B8-C9B9235E72DD}" destId="{679A17D6-1D60-43FE-AECF-26687D7EBF61}" srcOrd="2" destOrd="0" presId="urn:microsoft.com/office/officeart/2008/layout/LinedList"/>
    <dgm:cxn modelId="{DC9B50D8-0963-48FF-A704-DECBB628756F}" type="presParOf" srcId="{581B04EB-A9D2-444A-B5B8-C9B9235E72DD}" destId="{01CD6AD2-1DFB-46F0-9498-82BFB779ADD9}" srcOrd="3" destOrd="0" presId="urn:microsoft.com/office/officeart/2008/layout/LinedList"/>
    <dgm:cxn modelId="{078EB93C-3BA4-47C5-BFC0-89D7A6B34C42}" type="presParOf" srcId="{01CD6AD2-1DFB-46F0-9498-82BFB779ADD9}" destId="{0D761BE7-5637-443A-80CA-39A42F13075C}" srcOrd="0" destOrd="0" presId="urn:microsoft.com/office/officeart/2008/layout/LinedList"/>
    <dgm:cxn modelId="{F42D506E-FEF3-4C2F-942E-F0D9B19F2EF2}" type="presParOf" srcId="{01CD6AD2-1DFB-46F0-9498-82BFB779ADD9}" destId="{897DCEFC-DFFA-4F32-91AD-4FC334AE0DFE}" srcOrd="1" destOrd="0" presId="urn:microsoft.com/office/officeart/2008/layout/LinedList"/>
    <dgm:cxn modelId="{0FAF0BAC-8E64-48F2-8A85-B0A341FA2D5A}" type="presParOf" srcId="{581B04EB-A9D2-444A-B5B8-C9B9235E72DD}" destId="{ABF417DE-5562-47C2-9F63-3C782FCC360B}" srcOrd="4" destOrd="0" presId="urn:microsoft.com/office/officeart/2008/layout/LinedList"/>
    <dgm:cxn modelId="{004BA114-8368-4E63-91C7-62E574EDCBBD}" type="presParOf" srcId="{581B04EB-A9D2-444A-B5B8-C9B9235E72DD}" destId="{5E9C9993-2BE3-4A1B-ADB6-CF4B475E40EB}" srcOrd="5" destOrd="0" presId="urn:microsoft.com/office/officeart/2008/layout/LinedList"/>
    <dgm:cxn modelId="{0F0BC653-9FCF-414F-9F88-3DF01E3F2438}" type="presParOf" srcId="{5E9C9993-2BE3-4A1B-ADB6-CF4B475E40EB}" destId="{B5EA4663-D133-4A49-8EB5-F56CB2663911}" srcOrd="0" destOrd="0" presId="urn:microsoft.com/office/officeart/2008/layout/LinedList"/>
    <dgm:cxn modelId="{ABAE0AB9-7E6B-4F33-BF10-33B9512AFD87}" type="presParOf" srcId="{5E9C9993-2BE3-4A1B-ADB6-CF4B475E40EB}" destId="{F6391141-F31C-42D2-9825-9DF82220250E}" srcOrd="1" destOrd="0" presId="urn:microsoft.com/office/officeart/2008/layout/LinedList"/>
    <dgm:cxn modelId="{4D69DF91-413C-4385-ABB4-A66439795CCF}" type="presParOf" srcId="{581B04EB-A9D2-444A-B5B8-C9B9235E72DD}" destId="{8C9FC692-6107-4546-9124-2EBE7457FC6B}" srcOrd="6" destOrd="0" presId="urn:microsoft.com/office/officeart/2008/layout/LinedList"/>
    <dgm:cxn modelId="{A887FFDC-5CD9-40E7-8ECF-62A95E31FDD6}" type="presParOf" srcId="{581B04EB-A9D2-444A-B5B8-C9B9235E72DD}" destId="{BE7AA313-DED1-436F-B242-8EE63D377F31}" srcOrd="7" destOrd="0" presId="urn:microsoft.com/office/officeart/2008/layout/LinedList"/>
    <dgm:cxn modelId="{426BBBDA-1EC7-41A4-85BB-B2E983B9FF2E}" type="presParOf" srcId="{BE7AA313-DED1-436F-B242-8EE63D377F31}" destId="{E8FA549A-8D04-41A2-887A-ADC064A5F1FD}" srcOrd="0" destOrd="0" presId="urn:microsoft.com/office/officeart/2008/layout/LinedList"/>
    <dgm:cxn modelId="{B458DADB-AA8E-4057-9EF4-A5B431F8FF08}" type="presParOf" srcId="{BE7AA313-DED1-436F-B242-8EE63D377F31}" destId="{1E37D937-A4F8-4FAE-A6E7-EF8A58CAAF6F}" srcOrd="1" destOrd="0" presId="urn:microsoft.com/office/officeart/2008/layout/LinedList"/>
    <dgm:cxn modelId="{F319A44A-777C-444F-B1F5-33E8968469B3}" type="presParOf" srcId="{581B04EB-A9D2-444A-B5B8-C9B9235E72DD}" destId="{9E8E9309-2925-48CF-B459-779ABC8A3518}" srcOrd="8" destOrd="0" presId="urn:microsoft.com/office/officeart/2008/layout/LinedList"/>
    <dgm:cxn modelId="{F6E73933-7913-4544-A590-D36B1BF329C9}" type="presParOf" srcId="{581B04EB-A9D2-444A-B5B8-C9B9235E72DD}" destId="{815A70D8-869A-4D88-A575-F0B65AEA7A7B}" srcOrd="9" destOrd="0" presId="urn:microsoft.com/office/officeart/2008/layout/LinedList"/>
    <dgm:cxn modelId="{A20348C8-0B32-4361-91D6-531AFE7353CD}" type="presParOf" srcId="{815A70D8-869A-4D88-A575-F0B65AEA7A7B}" destId="{4683E92B-C984-4585-B95C-4F4888C15AF7}" srcOrd="0" destOrd="0" presId="urn:microsoft.com/office/officeart/2008/layout/LinedList"/>
    <dgm:cxn modelId="{EC0E4FB1-1A3F-487E-B8EB-11642DF9CC0B}" type="presParOf" srcId="{815A70D8-869A-4D88-A575-F0B65AEA7A7B}" destId="{ED92DBD4-D557-4D27-808B-24BA237E863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D2761B3-D8CB-4AB7-9824-A95AEAACEA5C}" type="doc">
      <dgm:prSet loTypeId="urn:microsoft.com/office/officeart/2005/8/layout/cycle6" loCatId="cycle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2960B188-EF4F-422F-A2FC-EE04E8D2A822}">
      <dgm:prSet/>
      <dgm:spPr/>
      <dgm:t>
        <a:bodyPr/>
        <a:lstStyle/>
        <a:p>
          <a:r>
            <a:rPr lang="en-US" b="0" i="0" baseline="0"/>
            <a:t>Categorical encoding: OneHot / Label Encoding</a:t>
          </a:r>
          <a:endParaRPr lang="en-US"/>
        </a:p>
      </dgm:t>
    </dgm:pt>
    <dgm:pt modelId="{00C276F3-9E8C-466B-9CC7-ED0C77BE55E0}" type="parTrans" cxnId="{FBA287C0-1692-4FC6-8608-498571F225CB}">
      <dgm:prSet/>
      <dgm:spPr/>
      <dgm:t>
        <a:bodyPr/>
        <a:lstStyle/>
        <a:p>
          <a:endParaRPr lang="en-US"/>
        </a:p>
      </dgm:t>
    </dgm:pt>
    <dgm:pt modelId="{3CC16F9B-537E-43C7-92A7-8FDFCA506B60}" type="sibTrans" cxnId="{FBA287C0-1692-4FC6-8608-498571F225CB}">
      <dgm:prSet/>
      <dgm:spPr/>
      <dgm:t>
        <a:bodyPr/>
        <a:lstStyle/>
        <a:p>
          <a:endParaRPr lang="en-US"/>
        </a:p>
      </dgm:t>
    </dgm:pt>
    <dgm:pt modelId="{A30D0004-F44A-4CEF-B56B-C6B6E07D8CCC}">
      <dgm:prSet/>
      <dgm:spPr/>
      <dgm:t>
        <a:bodyPr/>
        <a:lstStyle/>
        <a:p>
          <a:r>
            <a:rPr lang="en-US" b="0" i="0" baseline="0"/>
            <a:t>Numerical scaling: StandardScaler</a:t>
          </a:r>
          <a:endParaRPr lang="en-US"/>
        </a:p>
      </dgm:t>
    </dgm:pt>
    <dgm:pt modelId="{32E8F9F9-99B8-4F4D-86E5-42B04C104FF3}" type="parTrans" cxnId="{6F478D61-73D3-4CB2-89C4-BB0ACA860FA7}">
      <dgm:prSet/>
      <dgm:spPr/>
      <dgm:t>
        <a:bodyPr/>
        <a:lstStyle/>
        <a:p>
          <a:endParaRPr lang="en-US"/>
        </a:p>
      </dgm:t>
    </dgm:pt>
    <dgm:pt modelId="{6224521D-6B71-4024-9321-E86624BCD453}" type="sibTrans" cxnId="{6F478D61-73D3-4CB2-89C4-BB0ACA860FA7}">
      <dgm:prSet/>
      <dgm:spPr/>
      <dgm:t>
        <a:bodyPr/>
        <a:lstStyle/>
        <a:p>
          <a:endParaRPr lang="en-US"/>
        </a:p>
      </dgm:t>
    </dgm:pt>
    <dgm:pt modelId="{921F8AAB-195E-4658-B4E1-1F3B7C6A8C44}">
      <dgm:prSet/>
      <dgm:spPr/>
      <dgm:t>
        <a:bodyPr/>
        <a:lstStyle/>
        <a:p>
          <a:r>
            <a:rPr lang="en-US" b="0" i="0" baseline="0"/>
            <a:t>Implemented via </a:t>
          </a:r>
          <a:r>
            <a:rPr lang="en-US" b="1" i="0" baseline="0"/>
            <a:t>scikit-learn Pipeline</a:t>
          </a:r>
          <a:endParaRPr lang="en-US"/>
        </a:p>
      </dgm:t>
    </dgm:pt>
    <dgm:pt modelId="{DF2E09F5-0104-4B39-BD8D-747C0875F23C}" type="parTrans" cxnId="{ADCB9B45-008D-41FC-8125-3A26694B675B}">
      <dgm:prSet/>
      <dgm:spPr/>
      <dgm:t>
        <a:bodyPr/>
        <a:lstStyle/>
        <a:p>
          <a:endParaRPr lang="en-US"/>
        </a:p>
      </dgm:t>
    </dgm:pt>
    <dgm:pt modelId="{7FE7AD57-7F49-407C-8229-B51433D3FAD7}" type="sibTrans" cxnId="{ADCB9B45-008D-41FC-8125-3A26694B675B}">
      <dgm:prSet/>
      <dgm:spPr/>
      <dgm:t>
        <a:bodyPr/>
        <a:lstStyle/>
        <a:p>
          <a:endParaRPr lang="en-US"/>
        </a:p>
      </dgm:t>
    </dgm:pt>
    <dgm:pt modelId="{4ED5DE64-D8A2-4814-B66F-84515E6119F4}">
      <dgm:prSet/>
      <dgm:spPr/>
      <dgm:t>
        <a:bodyPr/>
        <a:lstStyle/>
        <a:p>
          <a:r>
            <a:rPr lang="en-US" b="0" i="0" baseline="0"/>
            <a:t>Custom Transformers:</a:t>
          </a:r>
          <a:endParaRPr lang="en-US"/>
        </a:p>
      </dgm:t>
    </dgm:pt>
    <dgm:pt modelId="{20FCD738-6806-4E9A-9167-8E4442F64C0E}" type="parTrans" cxnId="{45F74122-346F-4167-A266-8BB6408BE16C}">
      <dgm:prSet/>
      <dgm:spPr/>
      <dgm:t>
        <a:bodyPr/>
        <a:lstStyle/>
        <a:p>
          <a:endParaRPr lang="en-US"/>
        </a:p>
      </dgm:t>
    </dgm:pt>
    <dgm:pt modelId="{1308F3DE-349C-4D35-AAC8-3DE5113001C9}" type="sibTrans" cxnId="{45F74122-346F-4167-A266-8BB6408BE16C}">
      <dgm:prSet/>
      <dgm:spPr/>
      <dgm:t>
        <a:bodyPr/>
        <a:lstStyle/>
        <a:p>
          <a:endParaRPr lang="en-US"/>
        </a:p>
      </dgm:t>
    </dgm:pt>
    <dgm:pt modelId="{D3776704-1FB5-4BEF-AFF8-828845372534}">
      <dgm:prSet/>
      <dgm:spPr/>
      <dgm:t>
        <a:bodyPr/>
        <a:lstStyle/>
        <a:p>
          <a:r>
            <a:rPr lang="en-US" b="0" i="0" baseline="0"/>
            <a:t>VarSelector, DataFrameImputer, get_dummies_Pipe</a:t>
          </a:r>
          <a:endParaRPr lang="en-US"/>
        </a:p>
      </dgm:t>
    </dgm:pt>
    <dgm:pt modelId="{3370A570-1648-4CDF-8EFA-191584E876F7}" type="parTrans" cxnId="{16F61A01-ED97-4038-8D05-742E38C9400E}">
      <dgm:prSet/>
      <dgm:spPr/>
      <dgm:t>
        <a:bodyPr/>
        <a:lstStyle/>
        <a:p>
          <a:endParaRPr lang="en-US"/>
        </a:p>
      </dgm:t>
    </dgm:pt>
    <dgm:pt modelId="{D674EB1E-4187-4731-8F7B-0B9D8B64FDAE}" type="sibTrans" cxnId="{16F61A01-ED97-4038-8D05-742E38C9400E}">
      <dgm:prSet/>
      <dgm:spPr/>
      <dgm:t>
        <a:bodyPr/>
        <a:lstStyle/>
        <a:p>
          <a:endParaRPr lang="en-US"/>
        </a:p>
      </dgm:t>
    </dgm:pt>
    <dgm:pt modelId="{7B2DB0AD-C13A-47CE-9F4B-E93B5AC94495}" type="pres">
      <dgm:prSet presAssocID="{5D2761B3-D8CB-4AB7-9824-A95AEAACEA5C}" presName="cycle" presStyleCnt="0">
        <dgm:presLayoutVars>
          <dgm:dir/>
          <dgm:resizeHandles val="exact"/>
        </dgm:presLayoutVars>
      </dgm:prSet>
      <dgm:spPr/>
    </dgm:pt>
    <dgm:pt modelId="{C0113D8D-3037-45BE-8636-4A1FA4DDBD78}" type="pres">
      <dgm:prSet presAssocID="{2960B188-EF4F-422F-A2FC-EE04E8D2A822}" presName="node" presStyleLbl="node1" presStyleIdx="0" presStyleCnt="5">
        <dgm:presLayoutVars>
          <dgm:bulletEnabled val="1"/>
        </dgm:presLayoutVars>
      </dgm:prSet>
      <dgm:spPr/>
    </dgm:pt>
    <dgm:pt modelId="{B3A95AF5-B18B-4C98-85E6-BEB1C25F3843}" type="pres">
      <dgm:prSet presAssocID="{2960B188-EF4F-422F-A2FC-EE04E8D2A822}" presName="spNode" presStyleCnt="0"/>
      <dgm:spPr/>
    </dgm:pt>
    <dgm:pt modelId="{15CEC215-6A2E-47F2-A33C-6F60956C0D8A}" type="pres">
      <dgm:prSet presAssocID="{3CC16F9B-537E-43C7-92A7-8FDFCA506B60}" presName="sibTrans" presStyleLbl="sibTrans1D1" presStyleIdx="0" presStyleCnt="5"/>
      <dgm:spPr/>
    </dgm:pt>
    <dgm:pt modelId="{CEE92A55-097F-4EC8-946F-3392F233DD0F}" type="pres">
      <dgm:prSet presAssocID="{A30D0004-F44A-4CEF-B56B-C6B6E07D8CCC}" presName="node" presStyleLbl="node1" presStyleIdx="1" presStyleCnt="5">
        <dgm:presLayoutVars>
          <dgm:bulletEnabled val="1"/>
        </dgm:presLayoutVars>
      </dgm:prSet>
      <dgm:spPr/>
    </dgm:pt>
    <dgm:pt modelId="{0FD865F2-F698-4D34-8E3D-1D3371FE78B3}" type="pres">
      <dgm:prSet presAssocID="{A30D0004-F44A-4CEF-B56B-C6B6E07D8CCC}" presName="spNode" presStyleCnt="0"/>
      <dgm:spPr/>
    </dgm:pt>
    <dgm:pt modelId="{73C36D51-E7BE-4C0A-8D0D-B688FA61BBEC}" type="pres">
      <dgm:prSet presAssocID="{6224521D-6B71-4024-9321-E86624BCD453}" presName="sibTrans" presStyleLbl="sibTrans1D1" presStyleIdx="1" presStyleCnt="5"/>
      <dgm:spPr/>
    </dgm:pt>
    <dgm:pt modelId="{3663AA9B-7127-47B3-83A6-7173DF6AFF29}" type="pres">
      <dgm:prSet presAssocID="{921F8AAB-195E-4658-B4E1-1F3B7C6A8C44}" presName="node" presStyleLbl="node1" presStyleIdx="2" presStyleCnt="5">
        <dgm:presLayoutVars>
          <dgm:bulletEnabled val="1"/>
        </dgm:presLayoutVars>
      </dgm:prSet>
      <dgm:spPr/>
    </dgm:pt>
    <dgm:pt modelId="{DB777184-7EEE-4816-A490-0957C31436F9}" type="pres">
      <dgm:prSet presAssocID="{921F8AAB-195E-4658-B4E1-1F3B7C6A8C44}" presName="spNode" presStyleCnt="0"/>
      <dgm:spPr/>
    </dgm:pt>
    <dgm:pt modelId="{BFEF2353-EA9E-4595-ABEB-6DC6CF249EBB}" type="pres">
      <dgm:prSet presAssocID="{7FE7AD57-7F49-407C-8229-B51433D3FAD7}" presName="sibTrans" presStyleLbl="sibTrans1D1" presStyleIdx="2" presStyleCnt="5"/>
      <dgm:spPr/>
    </dgm:pt>
    <dgm:pt modelId="{F38B156B-4F5A-4D45-A502-317F60173220}" type="pres">
      <dgm:prSet presAssocID="{4ED5DE64-D8A2-4814-B66F-84515E6119F4}" presName="node" presStyleLbl="node1" presStyleIdx="3" presStyleCnt="5">
        <dgm:presLayoutVars>
          <dgm:bulletEnabled val="1"/>
        </dgm:presLayoutVars>
      </dgm:prSet>
      <dgm:spPr/>
    </dgm:pt>
    <dgm:pt modelId="{3A2BDCCC-3AB7-4599-81D0-53C2974275B5}" type="pres">
      <dgm:prSet presAssocID="{4ED5DE64-D8A2-4814-B66F-84515E6119F4}" presName="spNode" presStyleCnt="0"/>
      <dgm:spPr/>
    </dgm:pt>
    <dgm:pt modelId="{5F98E845-28F7-4846-A909-D62855C168E8}" type="pres">
      <dgm:prSet presAssocID="{1308F3DE-349C-4D35-AAC8-3DE5113001C9}" presName="sibTrans" presStyleLbl="sibTrans1D1" presStyleIdx="3" presStyleCnt="5"/>
      <dgm:spPr/>
    </dgm:pt>
    <dgm:pt modelId="{5C4AEBD4-76ED-4A5A-A7EC-9208CCDBC691}" type="pres">
      <dgm:prSet presAssocID="{D3776704-1FB5-4BEF-AFF8-828845372534}" presName="node" presStyleLbl="node1" presStyleIdx="4" presStyleCnt="5">
        <dgm:presLayoutVars>
          <dgm:bulletEnabled val="1"/>
        </dgm:presLayoutVars>
      </dgm:prSet>
      <dgm:spPr/>
    </dgm:pt>
    <dgm:pt modelId="{FF0B0154-8967-49ED-8993-32D23E8E24FC}" type="pres">
      <dgm:prSet presAssocID="{D3776704-1FB5-4BEF-AFF8-828845372534}" presName="spNode" presStyleCnt="0"/>
      <dgm:spPr/>
    </dgm:pt>
    <dgm:pt modelId="{C524410F-F6A5-474D-B7E7-2FB13CC1F6AF}" type="pres">
      <dgm:prSet presAssocID="{D674EB1E-4187-4731-8F7B-0B9D8B64FDAE}" presName="sibTrans" presStyleLbl="sibTrans1D1" presStyleIdx="4" presStyleCnt="5"/>
      <dgm:spPr/>
    </dgm:pt>
  </dgm:ptLst>
  <dgm:cxnLst>
    <dgm:cxn modelId="{16F61A01-ED97-4038-8D05-742E38C9400E}" srcId="{5D2761B3-D8CB-4AB7-9824-A95AEAACEA5C}" destId="{D3776704-1FB5-4BEF-AFF8-828845372534}" srcOrd="4" destOrd="0" parTransId="{3370A570-1648-4CDF-8EFA-191584E876F7}" sibTransId="{D674EB1E-4187-4731-8F7B-0B9D8B64FDAE}"/>
    <dgm:cxn modelId="{C6713F16-3D1A-42BD-B1EA-37F9E0D83E51}" type="presOf" srcId="{4ED5DE64-D8A2-4814-B66F-84515E6119F4}" destId="{F38B156B-4F5A-4D45-A502-317F60173220}" srcOrd="0" destOrd="0" presId="urn:microsoft.com/office/officeart/2005/8/layout/cycle6"/>
    <dgm:cxn modelId="{1320DD17-FAD4-4A9A-9731-889F0FC5A458}" type="presOf" srcId="{A30D0004-F44A-4CEF-B56B-C6B6E07D8CCC}" destId="{CEE92A55-097F-4EC8-946F-3392F233DD0F}" srcOrd="0" destOrd="0" presId="urn:microsoft.com/office/officeart/2005/8/layout/cycle6"/>
    <dgm:cxn modelId="{45F74122-346F-4167-A266-8BB6408BE16C}" srcId="{5D2761B3-D8CB-4AB7-9824-A95AEAACEA5C}" destId="{4ED5DE64-D8A2-4814-B66F-84515E6119F4}" srcOrd="3" destOrd="0" parTransId="{20FCD738-6806-4E9A-9167-8E4442F64C0E}" sibTransId="{1308F3DE-349C-4D35-AAC8-3DE5113001C9}"/>
    <dgm:cxn modelId="{A5DC2A32-0145-44C1-A139-E9CA77E35CF4}" type="presOf" srcId="{7FE7AD57-7F49-407C-8229-B51433D3FAD7}" destId="{BFEF2353-EA9E-4595-ABEB-6DC6CF249EBB}" srcOrd="0" destOrd="0" presId="urn:microsoft.com/office/officeart/2005/8/layout/cycle6"/>
    <dgm:cxn modelId="{6F478D61-73D3-4CB2-89C4-BB0ACA860FA7}" srcId="{5D2761B3-D8CB-4AB7-9824-A95AEAACEA5C}" destId="{A30D0004-F44A-4CEF-B56B-C6B6E07D8CCC}" srcOrd="1" destOrd="0" parTransId="{32E8F9F9-99B8-4F4D-86E5-42B04C104FF3}" sibTransId="{6224521D-6B71-4024-9321-E86624BCD453}"/>
    <dgm:cxn modelId="{ADCB9B45-008D-41FC-8125-3A26694B675B}" srcId="{5D2761B3-D8CB-4AB7-9824-A95AEAACEA5C}" destId="{921F8AAB-195E-4658-B4E1-1F3B7C6A8C44}" srcOrd="2" destOrd="0" parTransId="{DF2E09F5-0104-4B39-BD8D-747C0875F23C}" sibTransId="{7FE7AD57-7F49-407C-8229-B51433D3FAD7}"/>
    <dgm:cxn modelId="{B1183B4C-D410-41FE-A42D-042102A9BCEB}" type="presOf" srcId="{6224521D-6B71-4024-9321-E86624BCD453}" destId="{73C36D51-E7BE-4C0A-8D0D-B688FA61BBEC}" srcOrd="0" destOrd="0" presId="urn:microsoft.com/office/officeart/2005/8/layout/cycle6"/>
    <dgm:cxn modelId="{25CE9B81-5206-41C7-90DE-0C626ABF049C}" type="presOf" srcId="{2960B188-EF4F-422F-A2FC-EE04E8D2A822}" destId="{C0113D8D-3037-45BE-8636-4A1FA4DDBD78}" srcOrd="0" destOrd="0" presId="urn:microsoft.com/office/officeart/2005/8/layout/cycle6"/>
    <dgm:cxn modelId="{A37A1F85-555F-4406-BD14-4E12CC7C0BBD}" type="presOf" srcId="{3CC16F9B-537E-43C7-92A7-8FDFCA506B60}" destId="{15CEC215-6A2E-47F2-A33C-6F60956C0D8A}" srcOrd="0" destOrd="0" presId="urn:microsoft.com/office/officeart/2005/8/layout/cycle6"/>
    <dgm:cxn modelId="{AA79CAAB-CAC0-4530-B5FE-9521F01DBCC7}" type="presOf" srcId="{921F8AAB-195E-4658-B4E1-1F3B7C6A8C44}" destId="{3663AA9B-7127-47B3-83A6-7173DF6AFF29}" srcOrd="0" destOrd="0" presId="urn:microsoft.com/office/officeart/2005/8/layout/cycle6"/>
    <dgm:cxn modelId="{DF4B8DB3-8DD9-4617-ADF8-5DB4DCF994FF}" type="presOf" srcId="{1308F3DE-349C-4D35-AAC8-3DE5113001C9}" destId="{5F98E845-28F7-4846-A909-D62855C168E8}" srcOrd="0" destOrd="0" presId="urn:microsoft.com/office/officeart/2005/8/layout/cycle6"/>
    <dgm:cxn modelId="{FE2F79B5-A971-4369-9A58-97530B63665F}" type="presOf" srcId="{5D2761B3-D8CB-4AB7-9824-A95AEAACEA5C}" destId="{7B2DB0AD-C13A-47CE-9F4B-E93B5AC94495}" srcOrd="0" destOrd="0" presId="urn:microsoft.com/office/officeart/2005/8/layout/cycle6"/>
    <dgm:cxn modelId="{17F8EFB9-8386-48BC-BAF3-0B02B7CE2572}" type="presOf" srcId="{D674EB1E-4187-4731-8F7B-0B9D8B64FDAE}" destId="{C524410F-F6A5-474D-B7E7-2FB13CC1F6AF}" srcOrd="0" destOrd="0" presId="urn:microsoft.com/office/officeart/2005/8/layout/cycle6"/>
    <dgm:cxn modelId="{FBA287C0-1692-4FC6-8608-498571F225CB}" srcId="{5D2761B3-D8CB-4AB7-9824-A95AEAACEA5C}" destId="{2960B188-EF4F-422F-A2FC-EE04E8D2A822}" srcOrd="0" destOrd="0" parTransId="{00C276F3-9E8C-466B-9CC7-ED0C77BE55E0}" sibTransId="{3CC16F9B-537E-43C7-92A7-8FDFCA506B60}"/>
    <dgm:cxn modelId="{F96B7CFF-2C7B-4EC2-890E-5D747553F41F}" type="presOf" srcId="{D3776704-1FB5-4BEF-AFF8-828845372534}" destId="{5C4AEBD4-76ED-4A5A-A7EC-9208CCDBC691}" srcOrd="0" destOrd="0" presId="urn:microsoft.com/office/officeart/2005/8/layout/cycle6"/>
    <dgm:cxn modelId="{3E13A989-C019-4B86-8337-1E8A5B7FE9CC}" type="presParOf" srcId="{7B2DB0AD-C13A-47CE-9F4B-E93B5AC94495}" destId="{C0113D8D-3037-45BE-8636-4A1FA4DDBD78}" srcOrd="0" destOrd="0" presId="urn:microsoft.com/office/officeart/2005/8/layout/cycle6"/>
    <dgm:cxn modelId="{E80BFEDB-7925-4748-AF10-D7C6BA45884C}" type="presParOf" srcId="{7B2DB0AD-C13A-47CE-9F4B-E93B5AC94495}" destId="{B3A95AF5-B18B-4C98-85E6-BEB1C25F3843}" srcOrd="1" destOrd="0" presId="urn:microsoft.com/office/officeart/2005/8/layout/cycle6"/>
    <dgm:cxn modelId="{1A9438E0-CCE2-4CDB-8EEA-5E3259CE6CC7}" type="presParOf" srcId="{7B2DB0AD-C13A-47CE-9F4B-E93B5AC94495}" destId="{15CEC215-6A2E-47F2-A33C-6F60956C0D8A}" srcOrd="2" destOrd="0" presId="urn:microsoft.com/office/officeart/2005/8/layout/cycle6"/>
    <dgm:cxn modelId="{6F4E0C89-8BA8-4612-B75A-CAE2E81BA476}" type="presParOf" srcId="{7B2DB0AD-C13A-47CE-9F4B-E93B5AC94495}" destId="{CEE92A55-097F-4EC8-946F-3392F233DD0F}" srcOrd="3" destOrd="0" presId="urn:microsoft.com/office/officeart/2005/8/layout/cycle6"/>
    <dgm:cxn modelId="{F1EB26D3-B78C-41A9-906C-48FDBDE5FEC9}" type="presParOf" srcId="{7B2DB0AD-C13A-47CE-9F4B-E93B5AC94495}" destId="{0FD865F2-F698-4D34-8E3D-1D3371FE78B3}" srcOrd="4" destOrd="0" presId="urn:microsoft.com/office/officeart/2005/8/layout/cycle6"/>
    <dgm:cxn modelId="{7161FDFA-FDFC-47C8-8817-6171CB58399A}" type="presParOf" srcId="{7B2DB0AD-C13A-47CE-9F4B-E93B5AC94495}" destId="{73C36D51-E7BE-4C0A-8D0D-B688FA61BBEC}" srcOrd="5" destOrd="0" presId="urn:microsoft.com/office/officeart/2005/8/layout/cycle6"/>
    <dgm:cxn modelId="{3DE41C7B-DABF-42AF-8014-9B349330D21B}" type="presParOf" srcId="{7B2DB0AD-C13A-47CE-9F4B-E93B5AC94495}" destId="{3663AA9B-7127-47B3-83A6-7173DF6AFF29}" srcOrd="6" destOrd="0" presId="urn:microsoft.com/office/officeart/2005/8/layout/cycle6"/>
    <dgm:cxn modelId="{62CB8F50-B7EE-437F-A243-6097ABBB588A}" type="presParOf" srcId="{7B2DB0AD-C13A-47CE-9F4B-E93B5AC94495}" destId="{DB777184-7EEE-4816-A490-0957C31436F9}" srcOrd="7" destOrd="0" presId="urn:microsoft.com/office/officeart/2005/8/layout/cycle6"/>
    <dgm:cxn modelId="{B8A59C40-388C-4597-9A4C-D679DFCA947A}" type="presParOf" srcId="{7B2DB0AD-C13A-47CE-9F4B-E93B5AC94495}" destId="{BFEF2353-EA9E-4595-ABEB-6DC6CF249EBB}" srcOrd="8" destOrd="0" presId="urn:microsoft.com/office/officeart/2005/8/layout/cycle6"/>
    <dgm:cxn modelId="{422D2F11-CF1F-4C89-831B-62EC052BFA85}" type="presParOf" srcId="{7B2DB0AD-C13A-47CE-9F4B-E93B5AC94495}" destId="{F38B156B-4F5A-4D45-A502-317F60173220}" srcOrd="9" destOrd="0" presId="urn:microsoft.com/office/officeart/2005/8/layout/cycle6"/>
    <dgm:cxn modelId="{07D00B5B-A845-4B43-8B60-8EB969D441D1}" type="presParOf" srcId="{7B2DB0AD-C13A-47CE-9F4B-E93B5AC94495}" destId="{3A2BDCCC-3AB7-4599-81D0-53C2974275B5}" srcOrd="10" destOrd="0" presId="urn:microsoft.com/office/officeart/2005/8/layout/cycle6"/>
    <dgm:cxn modelId="{6B42C0A5-4F54-4E93-B14A-A874C2198C4C}" type="presParOf" srcId="{7B2DB0AD-C13A-47CE-9F4B-E93B5AC94495}" destId="{5F98E845-28F7-4846-A909-D62855C168E8}" srcOrd="11" destOrd="0" presId="urn:microsoft.com/office/officeart/2005/8/layout/cycle6"/>
    <dgm:cxn modelId="{C14BE78C-6ADA-44D9-8A7D-FF9E18318CB6}" type="presParOf" srcId="{7B2DB0AD-C13A-47CE-9F4B-E93B5AC94495}" destId="{5C4AEBD4-76ED-4A5A-A7EC-9208CCDBC691}" srcOrd="12" destOrd="0" presId="urn:microsoft.com/office/officeart/2005/8/layout/cycle6"/>
    <dgm:cxn modelId="{3635B5EE-03A1-4DC1-BDE2-9DEF8BB0DE2B}" type="presParOf" srcId="{7B2DB0AD-C13A-47CE-9F4B-E93B5AC94495}" destId="{FF0B0154-8967-49ED-8993-32D23E8E24FC}" srcOrd="13" destOrd="0" presId="urn:microsoft.com/office/officeart/2005/8/layout/cycle6"/>
    <dgm:cxn modelId="{2CF4E7E6-C49F-441C-A548-7E71F8E3DB9B}" type="presParOf" srcId="{7B2DB0AD-C13A-47CE-9F4B-E93B5AC94495}" destId="{C524410F-F6A5-474D-B7E7-2FB13CC1F6AF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E23160F-05EB-476B-8DEE-2931DBCDDDE0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1AD24824-0049-4FF5-AD31-9247D7489EEA}">
      <dgm:prSet/>
      <dgm:spPr/>
      <dgm:t>
        <a:bodyPr/>
        <a:lstStyle/>
        <a:p>
          <a:r>
            <a:rPr lang="en-US" b="1" i="0" baseline="0"/>
            <a:t>Accuracy</a:t>
          </a:r>
          <a:r>
            <a:rPr lang="en-US" b="0" i="0" baseline="0"/>
            <a:t>: Not reliable due to class imbalance</a:t>
          </a:r>
          <a:endParaRPr lang="en-US"/>
        </a:p>
      </dgm:t>
    </dgm:pt>
    <dgm:pt modelId="{970B2159-32E5-4286-B311-030732B613B2}" type="parTrans" cxnId="{D2FBC5EC-4ECF-4DE9-A855-8C3536F18ABB}">
      <dgm:prSet/>
      <dgm:spPr/>
      <dgm:t>
        <a:bodyPr/>
        <a:lstStyle/>
        <a:p>
          <a:endParaRPr lang="en-US"/>
        </a:p>
      </dgm:t>
    </dgm:pt>
    <dgm:pt modelId="{236AC6D5-7695-4153-8E15-C7081D77EDF7}" type="sibTrans" cxnId="{D2FBC5EC-4ECF-4DE9-A855-8C3536F18ABB}">
      <dgm:prSet/>
      <dgm:spPr/>
      <dgm:t>
        <a:bodyPr/>
        <a:lstStyle/>
        <a:p>
          <a:endParaRPr lang="en-US"/>
        </a:p>
      </dgm:t>
    </dgm:pt>
    <dgm:pt modelId="{B51E9792-472A-4A5E-8E8C-9FCD8C8E4502}">
      <dgm:prSet/>
      <dgm:spPr/>
      <dgm:t>
        <a:bodyPr/>
        <a:lstStyle/>
        <a:p>
          <a:r>
            <a:rPr lang="en-US" b="1" i="0" baseline="0"/>
            <a:t>F1-score</a:t>
          </a:r>
          <a:r>
            <a:rPr lang="en-US" b="0" i="0" baseline="0"/>
            <a:t>: Main metric</a:t>
          </a:r>
          <a:endParaRPr lang="en-US"/>
        </a:p>
      </dgm:t>
    </dgm:pt>
    <dgm:pt modelId="{2938F712-4E4D-49A9-9C1C-54891F82A492}" type="parTrans" cxnId="{B0460B81-CF80-4D7D-BAE2-6FF234F65262}">
      <dgm:prSet/>
      <dgm:spPr/>
      <dgm:t>
        <a:bodyPr/>
        <a:lstStyle/>
        <a:p>
          <a:endParaRPr lang="en-US"/>
        </a:p>
      </dgm:t>
    </dgm:pt>
    <dgm:pt modelId="{E90521BF-1846-480F-848B-33815B6A7732}" type="sibTrans" cxnId="{B0460B81-CF80-4D7D-BAE2-6FF234F65262}">
      <dgm:prSet/>
      <dgm:spPr/>
      <dgm:t>
        <a:bodyPr/>
        <a:lstStyle/>
        <a:p>
          <a:endParaRPr lang="en-US"/>
        </a:p>
      </dgm:t>
    </dgm:pt>
    <dgm:pt modelId="{DC0C7E33-1883-4178-AB69-232AA70F4E42}">
      <dgm:prSet/>
      <dgm:spPr/>
      <dgm:t>
        <a:bodyPr/>
        <a:lstStyle/>
        <a:p>
          <a:r>
            <a:rPr lang="en-US" b="1" i="0" baseline="0"/>
            <a:t>ROC AUC</a:t>
          </a:r>
          <a:r>
            <a:rPr lang="en-US" b="0" i="0" baseline="0"/>
            <a:t>: Model discrimination ability</a:t>
          </a:r>
          <a:endParaRPr lang="en-US"/>
        </a:p>
      </dgm:t>
    </dgm:pt>
    <dgm:pt modelId="{1B5A506E-AB31-4E03-8B16-9A1175EC2EE2}" type="parTrans" cxnId="{7DB6A2FF-DE17-434F-98A5-C70680277D9C}">
      <dgm:prSet/>
      <dgm:spPr/>
      <dgm:t>
        <a:bodyPr/>
        <a:lstStyle/>
        <a:p>
          <a:endParaRPr lang="en-US"/>
        </a:p>
      </dgm:t>
    </dgm:pt>
    <dgm:pt modelId="{76B25ECE-FE9E-4575-ABF5-BF9F3314678E}" type="sibTrans" cxnId="{7DB6A2FF-DE17-434F-98A5-C70680277D9C}">
      <dgm:prSet/>
      <dgm:spPr/>
      <dgm:t>
        <a:bodyPr/>
        <a:lstStyle/>
        <a:p>
          <a:endParaRPr lang="en-US"/>
        </a:p>
      </dgm:t>
    </dgm:pt>
    <dgm:pt modelId="{DE4B1D28-1DE6-4304-9273-BFE6FD1B6AB2}">
      <dgm:prSet/>
      <dgm:spPr/>
      <dgm:t>
        <a:bodyPr/>
        <a:lstStyle/>
        <a:p>
          <a:r>
            <a:rPr lang="en-US" b="1" i="0" baseline="0"/>
            <a:t>Confusion Matrix</a:t>
          </a:r>
          <a:r>
            <a:rPr lang="en-US" b="0" i="0" baseline="0"/>
            <a:t>: Visualize performance breakdown</a:t>
          </a:r>
          <a:endParaRPr lang="en-US"/>
        </a:p>
      </dgm:t>
    </dgm:pt>
    <dgm:pt modelId="{A19D88C3-F272-4EC2-A6D5-71B21DDCB6A6}" type="parTrans" cxnId="{00EFF84C-F3C1-4053-9071-6708E6F8BC8A}">
      <dgm:prSet/>
      <dgm:spPr/>
      <dgm:t>
        <a:bodyPr/>
        <a:lstStyle/>
        <a:p>
          <a:endParaRPr lang="en-US"/>
        </a:p>
      </dgm:t>
    </dgm:pt>
    <dgm:pt modelId="{1BD3A38A-68F9-44AE-AAC6-A30E4D182383}" type="sibTrans" cxnId="{00EFF84C-F3C1-4053-9071-6708E6F8BC8A}">
      <dgm:prSet/>
      <dgm:spPr/>
      <dgm:t>
        <a:bodyPr/>
        <a:lstStyle/>
        <a:p>
          <a:endParaRPr lang="en-US"/>
        </a:p>
      </dgm:t>
    </dgm:pt>
    <dgm:pt modelId="{1B7C2D5A-4CFE-486D-A294-1818BA430D80}" type="pres">
      <dgm:prSet presAssocID="{FE23160F-05EB-476B-8DEE-2931DBCDDDE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DEE37246-B949-4844-B7B2-27D67DFE0C97}" type="pres">
      <dgm:prSet presAssocID="{1AD24824-0049-4FF5-AD31-9247D7489EEA}" presName="hierRoot1" presStyleCnt="0"/>
      <dgm:spPr/>
    </dgm:pt>
    <dgm:pt modelId="{CA7AF824-7BF8-4929-BEDF-1437D5B029FB}" type="pres">
      <dgm:prSet presAssocID="{1AD24824-0049-4FF5-AD31-9247D7489EEA}" presName="composite" presStyleCnt="0"/>
      <dgm:spPr/>
    </dgm:pt>
    <dgm:pt modelId="{BA72FA4D-5FA5-4DF7-B294-C9C9FFF3F246}" type="pres">
      <dgm:prSet presAssocID="{1AD24824-0049-4FF5-AD31-9247D7489EEA}" presName="background" presStyleLbl="node0" presStyleIdx="0" presStyleCnt="4"/>
      <dgm:spPr/>
    </dgm:pt>
    <dgm:pt modelId="{A7A182D8-E524-4BE2-9C18-7F20DA5635DF}" type="pres">
      <dgm:prSet presAssocID="{1AD24824-0049-4FF5-AD31-9247D7489EEA}" presName="text" presStyleLbl="fgAcc0" presStyleIdx="0" presStyleCnt="4">
        <dgm:presLayoutVars>
          <dgm:chPref val="3"/>
        </dgm:presLayoutVars>
      </dgm:prSet>
      <dgm:spPr/>
    </dgm:pt>
    <dgm:pt modelId="{B748434F-D61D-4E59-AAEE-64929463D7C7}" type="pres">
      <dgm:prSet presAssocID="{1AD24824-0049-4FF5-AD31-9247D7489EEA}" presName="hierChild2" presStyleCnt="0"/>
      <dgm:spPr/>
    </dgm:pt>
    <dgm:pt modelId="{36ACFDC6-5143-4323-8D5D-B03D02C19284}" type="pres">
      <dgm:prSet presAssocID="{B51E9792-472A-4A5E-8E8C-9FCD8C8E4502}" presName="hierRoot1" presStyleCnt="0"/>
      <dgm:spPr/>
    </dgm:pt>
    <dgm:pt modelId="{D57C7678-3DBA-4695-A18C-4CE55206788C}" type="pres">
      <dgm:prSet presAssocID="{B51E9792-472A-4A5E-8E8C-9FCD8C8E4502}" presName="composite" presStyleCnt="0"/>
      <dgm:spPr/>
    </dgm:pt>
    <dgm:pt modelId="{21BA3FE3-4A6F-437D-B1D4-3732478385F6}" type="pres">
      <dgm:prSet presAssocID="{B51E9792-472A-4A5E-8E8C-9FCD8C8E4502}" presName="background" presStyleLbl="node0" presStyleIdx="1" presStyleCnt="4"/>
      <dgm:spPr/>
    </dgm:pt>
    <dgm:pt modelId="{2BD95265-BFEE-4BD9-8AD9-880AC28E55C9}" type="pres">
      <dgm:prSet presAssocID="{B51E9792-472A-4A5E-8E8C-9FCD8C8E4502}" presName="text" presStyleLbl="fgAcc0" presStyleIdx="1" presStyleCnt="4">
        <dgm:presLayoutVars>
          <dgm:chPref val="3"/>
        </dgm:presLayoutVars>
      </dgm:prSet>
      <dgm:spPr/>
    </dgm:pt>
    <dgm:pt modelId="{BA482DDF-9CB7-49D0-89E5-779C62E7ABBE}" type="pres">
      <dgm:prSet presAssocID="{B51E9792-472A-4A5E-8E8C-9FCD8C8E4502}" presName="hierChild2" presStyleCnt="0"/>
      <dgm:spPr/>
    </dgm:pt>
    <dgm:pt modelId="{2B38215E-80D5-4121-A36B-878BAE571506}" type="pres">
      <dgm:prSet presAssocID="{DC0C7E33-1883-4178-AB69-232AA70F4E42}" presName="hierRoot1" presStyleCnt="0"/>
      <dgm:spPr/>
    </dgm:pt>
    <dgm:pt modelId="{10331F14-47ED-4D63-975A-D0A84C6A8546}" type="pres">
      <dgm:prSet presAssocID="{DC0C7E33-1883-4178-AB69-232AA70F4E42}" presName="composite" presStyleCnt="0"/>
      <dgm:spPr/>
    </dgm:pt>
    <dgm:pt modelId="{51A619DB-061C-445A-9267-71EB8B00A6D0}" type="pres">
      <dgm:prSet presAssocID="{DC0C7E33-1883-4178-AB69-232AA70F4E42}" presName="background" presStyleLbl="node0" presStyleIdx="2" presStyleCnt="4"/>
      <dgm:spPr/>
    </dgm:pt>
    <dgm:pt modelId="{D294C8A4-4CA3-4851-B3A3-CA25B0FFDBDB}" type="pres">
      <dgm:prSet presAssocID="{DC0C7E33-1883-4178-AB69-232AA70F4E42}" presName="text" presStyleLbl="fgAcc0" presStyleIdx="2" presStyleCnt="4">
        <dgm:presLayoutVars>
          <dgm:chPref val="3"/>
        </dgm:presLayoutVars>
      </dgm:prSet>
      <dgm:spPr/>
    </dgm:pt>
    <dgm:pt modelId="{A6003323-9CEF-44EF-9DF7-F16D9ED8CBB3}" type="pres">
      <dgm:prSet presAssocID="{DC0C7E33-1883-4178-AB69-232AA70F4E42}" presName="hierChild2" presStyleCnt="0"/>
      <dgm:spPr/>
    </dgm:pt>
    <dgm:pt modelId="{27CCD0A3-67F8-45A8-940D-191B273287C4}" type="pres">
      <dgm:prSet presAssocID="{DE4B1D28-1DE6-4304-9273-BFE6FD1B6AB2}" presName="hierRoot1" presStyleCnt="0"/>
      <dgm:spPr/>
    </dgm:pt>
    <dgm:pt modelId="{14A0C8A7-3EF5-4118-922F-C25052D4F90B}" type="pres">
      <dgm:prSet presAssocID="{DE4B1D28-1DE6-4304-9273-BFE6FD1B6AB2}" presName="composite" presStyleCnt="0"/>
      <dgm:spPr/>
    </dgm:pt>
    <dgm:pt modelId="{7C1067CA-8454-4508-90AC-5FB1711BC964}" type="pres">
      <dgm:prSet presAssocID="{DE4B1D28-1DE6-4304-9273-BFE6FD1B6AB2}" presName="background" presStyleLbl="node0" presStyleIdx="3" presStyleCnt="4"/>
      <dgm:spPr/>
    </dgm:pt>
    <dgm:pt modelId="{A2D008B7-DFBB-419C-B0A7-66B0EE9DF6F1}" type="pres">
      <dgm:prSet presAssocID="{DE4B1D28-1DE6-4304-9273-BFE6FD1B6AB2}" presName="text" presStyleLbl="fgAcc0" presStyleIdx="3" presStyleCnt="4">
        <dgm:presLayoutVars>
          <dgm:chPref val="3"/>
        </dgm:presLayoutVars>
      </dgm:prSet>
      <dgm:spPr/>
    </dgm:pt>
    <dgm:pt modelId="{6ECD1E84-6D98-428B-9F0B-013EC8C17BB8}" type="pres">
      <dgm:prSet presAssocID="{DE4B1D28-1DE6-4304-9273-BFE6FD1B6AB2}" presName="hierChild2" presStyleCnt="0"/>
      <dgm:spPr/>
    </dgm:pt>
  </dgm:ptLst>
  <dgm:cxnLst>
    <dgm:cxn modelId="{00EFF84C-F3C1-4053-9071-6708E6F8BC8A}" srcId="{FE23160F-05EB-476B-8DEE-2931DBCDDDE0}" destId="{DE4B1D28-1DE6-4304-9273-BFE6FD1B6AB2}" srcOrd="3" destOrd="0" parTransId="{A19D88C3-F272-4EC2-A6D5-71B21DDCB6A6}" sibTransId="{1BD3A38A-68F9-44AE-AAC6-A30E4D182383}"/>
    <dgm:cxn modelId="{08E81C79-2711-4180-B68B-66825FC65FF3}" type="presOf" srcId="{B51E9792-472A-4A5E-8E8C-9FCD8C8E4502}" destId="{2BD95265-BFEE-4BD9-8AD9-880AC28E55C9}" srcOrd="0" destOrd="0" presId="urn:microsoft.com/office/officeart/2005/8/layout/hierarchy1"/>
    <dgm:cxn modelId="{B0460B81-CF80-4D7D-BAE2-6FF234F65262}" srcId="{FE23160F-05EB-476B-8DEE-2931DBCDDDE0}" destId="{B51E9792-472A-4A5E-8E8C-9FCD8C8E4502}" srcOrd="1" destOrd="0" parTransId="{2938F712-4E4D-49A9-9C1C-54891F82A492}" sibTransId="{E90521BF-1846-480F-848B-33815B6A7732}"/>
    <dgm:cxn modelId="{C63E84A0-80A8-45F3-A8CA-223D4A404E8B}" type="presOf" srcId="{DC0C7E33-1883-4178-AB69-232AA70F4E42}" destId="{D294C8A4-4CA3-4851-B3A3-CA25B0FFDBDB}" srcOrd="0" destOrd="0" presId="urn:microsoft.com/office/officeart/2005/8/layout/hierarchy1"/>
    <dgm:cxn modelId="{D24D3FA3-F9B1-47F7-B86B-8436D0CBBCE9}" type="presOf" srcId="{FE23160F-05EB-476B-8DEE-2931DBCDDDE0}" destId="{1B7C2D5A-4CFE-486D-A294-1818BA430D80}" srcOrd="0" destOrd="0" presId="urn:microsoft.com/office/officeart/2005/8/layout/hierarchy1"/>
    <dgm:cxn modelId="{9F3594E2-03F7-45B0-BCC1-986DAAAAA623}" type="presOf" srcId="{DE4B1D28-1DE6-4304-9273-BFE6FD1B6AB2}" destId="{A2D008B7-DFBB-419C-B0A7-66B0EE9DF6F1}" srcOrd="0" destOrd="0" presId="urn:microsoft.com/office/officeart/2005/8/layout/hierarchy1"/>
    <dgm:cxn modelId="{D2FBC5EC-4ECF-4DE9-A855-8C3536F18ABB}" srcId="{FE23160F-05EB-476B-8DEE-2931DBCDDDE0}" destId="{1AD24824-0049-4FF5-AD31-9247D7489EEA}" srcOrd="0" destOrd="0" parTransId="{970B2159-32E5-4286-B311-030732B613B2}" sibTransId="{236AC6D5-7695-4153-8E15-C7081D77EDF7}"/>
    <dgm:cxn modelId="{0567F9F0-7B16-4E8B-A3A6-A3352D1F6BF5}" type="presOf" srcId="{1AD24824-0049-4FF5-AD31-9247D7489EEA}" destId="{A7A182D8-E524-4BE2-9C18-7F20DA5635DF}" srcOrd="0" destOrd="0" presId="urn:microsoft.com/office/officeart/2005/8/layout/hierarchy1"/>
    <dgm:cxn modelId="{7DB6A2FF-DE17-434F-98A5-C70680277D9C}" srcId="{FE23160F-05EB-476B-8DEE-2931DBCDDDE0}" destId="{DC0C7E33-1883-4178-AB69-232AA70F4E42}" srcOrd="2" destOrd="0" parTransId="{1B5A506E-AB31-4E03-8B16-9A1175EC2EE2}" sibTransId="{76B25ECE-FE9E-4575-ABF5-BF9F3314678E}"/>
    <dgm:cxn modelId="{B4299A60-F026-412D-AD2E-B20B203B15EF}" type="presParOf" srcId="{1B7C2D5A-4CFE-486D-A294-1818BA430D80}" destId="{DEE37246-B949-4844-B7B2-27D67DFE0C97}" srcOrd="0" destOrd="0" presId="urn:microsoft.com/office/officeart/2005/8/layout/hierarchy1"/>
    <dgm:cxn modelId="{5C57A727-0803-4B9F-855B-D9A7372594FA}" type="presParOf" srcId="{DEE37246-B949-4844-B7B2-27D67DFE0C97}" destId="{CA7AF824-7BF8-4929-BEDF-1437D5B029FB}" srcOrd="0" destOrd="0" presId="urn:microsoft.com/office/officeart/2005/8/layout/hierarchy1"/>
    <dgm:cxn modelId="{477772DE-9E85-49BC-8742-6AD624000C7E}" type="presParOf" srcId="{CA7AF824-7BF8-4929-BEDF-1437D5B029FB}" destId="{BA72FA4D-5FA5-4DF7-B294-C9C9FFF3F246}" srcOrd="0" destOrd="0" presId="urn:microsoft.com/office/officeart/2005/8/layout/hierarchy1"/>
    <dgm:cxn modelId="{6D73E339-F7D7-43B3-B55B-29A7353CA885}" type="presParOf" srcId="{CA7AF824-7BF8-4929-BEDF-1437D5B029FB}" destId="{A7A182D8-E524-4BE2-9C18-7F20DA5635DF}" srcOrd="1" destOrd="0" presId="urn:microsoft.com/office/officeart/2005/8/layout/hierarchy1"/>
    <dgm:cxn modelId="{3062FAC9-3E25-4A03-9A4B-9CB8D3AD9BE9}" type="presParOf" srcId="{DEE37246-B949-4844-B7B2-27D67DFE0C97}" destId="{B748434F-D61D-4E59-AAEE-64929463D7C7}" srcOrd="1" destOrd="0" presId="urn:microsoft.com/office/officeart/2005/8/layout/hierarchy1"/>
    <dgm:cxn modelId="{B435E59F-43BF-4716-A3FB-2CD6F2C8B90F}" type="presParOf" srcId="{1B7C2D5A-4CFE-486D-A294-1818BA430D80}" destId="{36ACFDC6-5143-4323-8D5D-B03D02C19284}" srcOrd="1" destOrd="0" presId="urn:microsoft.com/office/officeart/2005/8/layout/hierarchy1"/>
    <dgm:cxn modelId="{92647002-4A33-4B5D-BB98-90F5D72ECB66}" type="presParOf" srcId="{36ACFDC6-5143-4323-8D5D-B03D02C19284}" destId="{D57C7678-3DBA-4695-A18C-4CE55206788C}" srcOrd="0" destOrd="0" presId="urn:microsoft.com/office/officeart/2005/8/layout/hierarchy1"/>
    <dgm:cxn modelId="{91E96B4D-3488-4942-923E-74D1C9FE1CC6}" type="presParOf" srcId="{D57C7678-3DBA-4695-A18C-4CE55206788C}" destId="{21BA3FE3-4A6F-437D-B1D4-3732478385F6}" srcOrd="0" destOrd="0" presId="urn:microsoft.com/office/officeart/2005/8/layout/hierarchy1"/>
    <dgm:cxn modelId="{C48F67BA-6B4B-409F-829B-B07E834FF83B}" type="presParOf" srcId="{D57C7678-3DBA-4695-A18C-4CE55206788C}" destId="{2BD95265-BFEE-4BD9-8AD9-880AC28E55C9}" srcOrd="1" destOrd="0" presId="urn:microsoft.com/office/officeart/2005/8/layout/hierarchy1"/>
    <dgm:cxn modelId="{740B8333-40FC-48BC-83CA-2A047C805538}" type="presParOf" srcId="{36ACFDC6-5143-4323-8D5D-B03D02C19284}" destId="{BA482DDF-9CB7-49D0-89E5-779C62E7ABBE}" srcOrd="1" destOrd="0" presId="urn:microsoft.com/office/officeart/2005/8/layout/hierarchy1"/>
    <dgm:cxn modelId="{539A4E9D-A9BE-46A5-AB90-5FB86095C754}" type="presParOf" srcId="{1B7C2D5A-4CFE-486D-A294-1818BA430D80}" destId="{2B38215E-80D5-4121-A36B-878BAE571506}" srcOrd="2" destOrd="0" presId="urn:microsoft.com/office/officeart/2005/8/layout/hierarchy1"/>
    <dgm:cxn modelId="{ABB6B9A8-3ED6-4A5A-8D13-7E2133CD71D3}" type="presParOf" srcId="{2B38215E-80D5-4121-A36B-878BAE571506}" destId="{10331F14-47ED-4D63-975A-D0A84C6A8546}" srcOrd="0" destOrd="0" presId="urn:microsoft.com/office/officeart/2005/8/layout/hierarchy1"/>
    <dgm:cxn modelId="{34E6EA21-DF03-4FBC-B3FC-441C59DFFC75}" type="presParOf" srcId="{10331F14-47ED-4D63-975A-D0A84C6A8546}" destId="{51A619DB-061C-445A-9267-71EB8B00A6D0}" srcOrd="0" destOrd="0" presId="urn:microsoft.com/office/officeart/2005/8/layout/hierarchy1"/>
    <dgm:cxn modelId="{B0BFF0C8-3ECF-4833-9E28-51DEACE8EB31}" type="presParOf" srcId="{10331F14-47ED-4D63-975A-D0A84C6A8546}" destId="{D294C8A4-4CA3-4851-B3A3-CA25B0FFDBDB}" srcOrd="1" destOrd="0" presId="urn:microsoft.com/office/officeart/2005/8/layout/hierarchy1"/>
    <dgm:cxn modelId="{EA0E7B4D-E377-44F9-9CE6-AC83349A5D12}" type="presParOf" srcId="{2B38215E-80D5-4121-A36B-878BAE571506}" destId="{A6003323-9CEF-44EF-9DF7-F16D9ED8CBB3}" srcOrd="1" destOrd="0" presId="urn:microsoft.com/office/officeart/2005/8/layout/hierarchy1"/>
    <dgm:cxn modelId="{DEA5FC13-6E65-4964-9F6E-D8819008D7F8}" type="presParOf" srcId="{1B7C2D5A-4CFE-486D-A294-1818BA430D80}" destId="{27CCD0A3-67F8-45A8-940D-191B273287C4}" srcOrd="3" destOrd="0" presId="urn:microsoft.com/office/officeart/2005/8/layout/hierarchy1"/>
    <dgm:cxn modelId="{60B5AE49-F009-40BA-805E-F0EBA8534919}" type="presParOf" srcId="{27CCD0A3-67F8-45A8-940D-191B273287C4}" destId="{14A0C8A7-3EF5-4118-922F-C25052D4F90B}" srcOrd="0" destOrd="0" presId="urn:microsoft.com/office/officeart/2005/8/layout/hierarchy1"/>
    <dgm:cxn modelId="{898E09C0-A125-44C7-945B-3D9AB0DB8F2B}" type="presParOf" srcId="{14A0C8A7-3EF5-4118-922F-C25052D4F90B}" destId="{7C1067CA-8454-4508-90AC-5FB1711BC964}" srcOrd="0" destOrd="0" presId="urn:microsoft.com/office/officeart/2005/8/layout/hierarchy1"/>
    <dgm:cxn modelId="{622DAF2F-4D8C-452C-A86B-9F041AE35D26}" type="presParOf" srcId="{14A0C8A7-3EF5-4118-922F-C25052D4F90B}" destId="{A2D008B7-DFBB-419C-B0A7-66B0EE9DF6F1}" srcOrd="1" destOrd="0" presId="urn:microsoft.com/office/officeart/2005/8/layout/hierarchy1"/>
    <dgm:cxn modelId="{ACC403E5-A14F-4C8D-ABF3-E60DCF027E99}" type="presParOf" srcId="{27CCD0A3-67F8-45A8-940D-191B273287C4}" destId="{6ECD1E84-6D98-428B-9F0B-013EC8C17BB8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2F5A9B9-C104-4165-86D6-E8F1419614F0}" type="doc">
      <dgm:prSet loTypeId="urn:microsoft.com/office/officeart/2008/layout/LinedList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ECE0B3EE-A201-4515-8DC3-14B52383B82C}">
      <dgm:prSet/>
      <dgm:spPr/>
      <dgm:t>
        <a:bodyPr/>
        <a:lstStyle/>
        <a:p>
          <a:r>
            <a:rPr lang="en-US" b="1" i="0" baseline="0" dirty="0"/>
            <a:t>Best Model:</a:t>
          </a:r>
          <a:r>
            <a:rPr lang="en-US" b="0" i="0" baseline="0" dirty="0"/>
            <a:t> </a:t>
          </a:r>
          <a:r>
            <a:rPr lang="en-US" b="0" i="0" baseline="0" dirty="0" err="1"/>
            <a:t>LightGBM</a:t>
          </a:r>
          <a:endParaRPr lang="en-US" dirty="0"/>
        </a:p>
      </dgm:t>
    </dgm:pt>
    <dgm:pt modelId="{A27B3C22-7C6F-42FB-A6EC-CC8C9F8787FC}" type="parTrans" cxnId="{BE6EF99B-B6E4-44A9-8A45-86A8AE72383B}">
      <dgm:prSet/>
      <dgm:spPr/>
      <dgm:t>
        <a:bodyPr/>
        <a:lstStyle/>
        <a:p>
          <a:endParaRPr lang="en-US"/>
        </a:p>
      </dgm:t>
    </dgm:pt>
    <dgm:pt modelId="{C177F818-C602-45E4-A14D-53E8D07516FA}" type="sibTrans" cxnId="{BE6EF99B-B6E4-44A9-8A45-86A8AE72383B}">
      <dgm:prSet phldrT="01" phldr="0"/>
      <dgm:spPr/>
      <dgm:t>
        <a:bodyPr/>
        <a:lstStyle/>
        <a:p>
          <a:endParaRPr lang="en-US"/>
        </a:p>
      </dgm:t>
    </dgm:pt>
    <dgm:pt modelId="{FCBC08DD-C6B5-4610-85D8-67495FDAA1FE}">
      <dgm:prSet/>
      <dgm:spPr/>
      <dgm:t>
        <a:bodyPr/>
        <a:lstStyle/>
        <a:p>
          <a:r>
            <a:rPr lang="en-US" b="0" i="0" baseline="0"/>
            <a:t>F1-score: Highest</a:t>
          </a:r>
          <a:endParaRPr lang="en-US"/>
        </a:p>
      </dgm:t>
    </dgm:pt>
    <dgm:pt modelId="{EEEF6992-9D89-4EEF-A75B-B1A26BB1A255}" type="parTrans" cxnId="{9361E530-711E-45E2-8885-CD78278FA6B4}">
      <dgm:prSet/>
      <dgm:spPr/>
      <dgm:t>
        <a:bodyPr/>
        <a:lstStyle/>
        <a:p>
          <a:endParaRPr lang="en-US"/>
        </a:p>
      </dgm:t>
    </dgm:pt>
    <dgm:pt modelId="{667ED8E5-E9F1-4980-9942-E6C8EB17DD84}" type="sibTrans" cxnId="{9361E530-711E-45E2-8885-CD78278FA6B4}">
      <dgm:prSet phldrT="02" phldr="0"/>
      <dgm:spPr/>
      <dgm:t>
        <a:bodyPr/>
        <a:lstStyle/>
        <a:p>
          <a:endParaRPr lang="en-US"/>
        </a:p>
      </dgm:t>
    </dgm:pt>
    <dgm:pt modelId="{DFE97664-4CC7-48F4-8338-026F0B76BA48}">
      <dgm:prSet/>
      <dgm:spPr/>
      <dgm:t>
        <a:bodyPr/>
        <a:lstStyle/>
        <a:p>
          <a:r>
            <a:rPr lang="en-US" b="0" i="0" baseline="0"/>
            <a:t>ROC AUC: ~ 0.90</a:t>
          </a:r>
          <a:endParaRPr lang="en-US"/>
        </a:p>
      </dgm:t>
    </dgm:pt>
    <dgm:pt modelId="{3A22E413-4E57-4320-8066-2638FD383B35}" type="parTrans" cxnId="{43FBE121-C335-45EE-A51D-A461EC65CEA7}">
      <dgm:prSet/>
      <dgm:spPr/>
      <dgm:t>
        <a:bodyPr/>
        <a:lstStyle/>
        <a:p>
          <a:endParaRPr lang="en-US"/>
        </a:p>
      </dgm:t>
    </dgm:pt>
    <dgm:pt modelId="{EC384ACD-9CCA-41FB-A490-3182E13A8D61}" type="sibTrans" cxnId="{43FBE121-C335-45EE-A51D-A461EC65CEA7}">
      <dgm:prSet phldrT="03" phldr="0"/>
      <dgm:spPr/>
      <dgm:t>
        <a:bodyPr/>
        <a:lstStyle/>
        <a:p>
          <a:endParaRPr lang="en-US"/>
        </a:p>
      </dgm:t>
    </dgm:pt>
    <dgm:pt modelId="{E7AE838C-B13B-41E3-9D4C-9F255A34B532}">
      <dgm:prSet/>
      <dgm:spPr/>
      <dgm:t>
        <a:bodyPr/>
        <a:lstStyle/>
        <a:p>
          <a:r>
            <a:rPr lang="en-US" b="1" i="0" baseline="0"/>
            <a:t>Runner-ups:</a:t>
          </a:r>
          <a:r>
            <a:rPr lang="en-US" b="0" i="0" baseline="0"/>
            <a:t> XGBoost, CatBoost</a:t>
          </a:r>
          <a:endParaRPr lang="en-US"/>
        </a:p>
      </dgm:t>
    </dgm:pt>
    <dgm:pt modelId="{C4AD54B0-7877-42A5-AABE-C6060562129E}" type="parTrans" cxnId="{D7BC751D-47E5-4D85-8B1D-B228818E499F}">
      <dgm:prSet/>
      <dgm:spPr/>
      <dgm:t>
        <a:bodyPr/>
        <a:lstStyle/>
        <a:p>
          <a:endParaRPr lang="en-US"/>
        </a:p>
      </dgm:t>
    </dgm:pt>
    <dgm:pt modelId="{DE4B23EC-1A72-4E76-A13C-93A0B0A9461C}" type="sibTrans" cxnId="{D7BC751D-47E5-4D85-8B1D-B228818E499F}">
      <dgm:prSet phldrT="04" phldr="0"/>
      <dgm:spPr/>
      <dgm:t>
        <a:bodyPr/>
        <a:lstStyle/>
        <a:p>
          <a:endParaRPr lang="en-US"/>
        </a:p>
      </dgm:t>
    </dgm:pt>
    <dgm:pt modelId="{011C711E-41D0-4ED6-A511-A94FDDB29DCA}">
      <dgm:prSet/>
      <dgm:spPr/>
      <dgm:t>
        <a:bodyPr/>
        <a:lstStyle/>
        <a:p>
          <a:r>
            <a:rPr lang="en-US" b="0" i="0" baseline="0"/>
            <a:t>Ensemble models outperformed traditional models</a:t>
          </a:r>
          <a:endParaRPr lang="en-US"/>
        </a:p>
      </dgm:t>
    </dgm:pt>
    <dgm:pt modelId="{77B1540D-7A6F-43C2-A9A1-5F2EF75CB70D}" type="parTrans" cxnId="{562F053B-DEAD-44F5-82EA-803DF2FD3BB2}">
      <dgm:prSet/>
      <dgm:spPr/>
      <dgm:t>
        <a:bodyPr/>
        <a:lstStyle/>
        <a:p>
          <a:endParaRPr lang="en-US"/>
        </a:p>
      </dgm:t>
    </dgm:pt>
    <dgm:pt modelId="{5E092D89-8602-4842-BA64-2AC9472878A7}" type="sibTrans" cxnId="{562F053B-DEAD-44F5-82EA-803DF2FD3BB2}">
      <dgm:prSet phldrT="05" phldr="0"/>
      <dgm:spPr/>
      <dgm:t>
        <a:bodyPr/>
        <a:lstStyle/>
        <a:p>
          <a:endParaRPr lang="en-US"/>
        </a:p>
      </dgm:t>
    </dgm:pt>
    <dgm:pt modelId="{28E23099-E4C3-4E1F-926C-C6C48872E9EF}" type="pres">
      <dgm:prSet presAssocID="{F2F5A9B9-C104-4165-86D6-E8F1419614F0}" presName="vert0" presStyleCnt="0">
        <dgm:presLayoutVars>
          <dgm:dir/>
          <dgm:animOne val="branch"/>
          <dgm:animLvl val="lvl"/>
        </dgm:presLayoutVars>
      </dgm:prSet>
      <dgm:spPr/>
    </dgm:pt>
    <dgm:pt modelId="{C4BCFAFE-0BC0-4414-A935-88A30109F78E}" type="pres">
      <dgm:prSet presAssocID="{ECE0B3EE-A201-4515-8DC3-14B52383B82C}" presName="thickLine" presStyleLbl="alignNode1" presStyleIdx="0" presStyleCnt="5"/>
      <dgm:spPr/>
    </dgm:pt>
    <dgm:pt modelId="{3A3724C9-C618-424B-9A39-667291055208}" type="pres">
      <dgm:prSet presAssocID="{ECE0B3EE-A201-4515-8DC3-14B52383B82C}" presName="horz1" presStyleCnt="0"/>
      <dgm:spPr/>
    </dgm:pt>
    <dgm:pt modelId="{5211AE5E-9D0A-47AB-A591-5A9B7AA44010}" type="pres">
      <dgm:prSet presAssocID="{ECE0B3EE-A201-4515-8DC3-14B52383B82C}" presName="tx1" presStyleLbl="revTx" presStyleIdx="0" presStyleCnt="5"/>
      <dgm:spPr/>
    </dgm:pt>
    <dgm:pt modelId="{FD7001D6-721E-48FC-805D-C4D7235EBE08}" type="pres">
      <dgm:prSet presAssocID="{ECE0B3EE-A201-4515-8DC3-14B52383B82C}" presName="vert1" presStyleCnt="0"/>
      <dgm:spPr/>
    </dgm:pt>
    <dgm:pt modelId="{46658B18-1B1E-4E8F-B908-5CE6AD57CD37}" type="pres">
      <dgm:prSet presAssocID="{FCBC08DD-C6B5-4610-85D8-67495FDAA1FE}" presName="thickLine" presStyleLbl="alignNode1" presStyleIdx="1" presStyleCnt="5"/>
      <dgm:spPr/>
    </dgm:pt>
    <dgm:pt modelId="{C9A90F00-F419-4DE4-AA42-077EFE3E306F}" type="pres">
      <dgm:prSet presAssocID="{FCBC08DD-C6B5-4610-85D8-67495FDAA1FE}" presName="horz1" presStyleCnt="0"/>
      <dgm:spPr/>
    </dgm:pt>
    <dgm:pt modelId="{8E996548-44A7-44D7-82C0-6B60E62061CD}" type="pres">
      <dgm:prSet presAssocID="{FCBC08DD-C6B5-4610-85D8-67495FDAA1FE}" presName="tx1" presStyleLbl="revTx" presStyleIdx="1" presStyleCnt="5"/>
      <dgm:spPr/>
    </dgm:pt>
    <dgm:pt modelId="{81413B87-E130-4777-A4FD-9B871C3F2C31}" type="pres">
      <dgm:prSet presAssocID="{FCBC08DD-C6B5-4610-85D8-67495FDAA1FE}" presName="vert1" presStyleCnt="0"/>
      <dgm:spPr/>
    </dgm:pt>
    <dgm:pt modelId="{E9D1EC07-9F31-48B6-A762-2183151665A2}" type="pres">
      <dgm:prSet presAssocID="{DFE97664-4CC7-48F4-8338-026F0B76BA48}" presName="thickLine" presStyleLbl="alignNode1" presStyleIdx="2" presStyleCnt="5"/>
      <dgm:spPr/>
    </dgm:pt>
    <dgm:pt modelId="{B72299D9-BCD5-4B6A-A67E-3C90B240A56C}" type="pres">
      <dgm:prSet presAssocID="{DFE97664-4CC7-48F4-8338-026F0B76BA48}" presName="horz1" presStyleCnt="0"/>
      <dgm:spPr/>
    </dgm:pt>
    <dgm:pt modelId="{D18AFA26-A2A7-4CAE-AAC8-2AE297C349CC}" type="pres">
      <dgm:prSet presAssocID="{DFE97664-4CC7-48F4-8338-026F0B76BA48}" presName="tx1" presStyleLbl="revTx" presStyleIdx="2" presStyleCnt="5"/>
      <dgm:spPr/>
    </dgm:pt>
    <dgm:pt modelId="{B17D3DC7-7785-4F0F-A5B5-AF8C98D30E5C}" type="pres">
      <dgm:prSet presAssocID="{DFE97664-4CC7-48F4-8338-026F0B76BA48}" presName="vert1" presStyleCnt="0"/>
      <dgm:spPr/>
    </dgm:pt>
    <dgm:pt modelId="{9772846C-2FE8-46F6-9313-17F81B80701B}" type="pres">
      <dgm:prSet presAssocID="{E7AE838C-B13B-41E3-9D4C-9F255A34B532}" presName="thickLine" presStyleLbl="alignNode1" presStyleIdx="3" presStyleCnt="5"/>
      <dgm:spPr/>
    </dgm:pt>
    <dgm:pt modelId="{38CDF067-FD75-4C66-B727-FE24A4E31489}" type="pres">
      <dgm:prSet presAssocID="{E7AE838C-B13B-41E3-9D4C-9F255A34B532}" presName="horz1" presStyleCnt="0"/>
      <dgm:spPr/>
    </dgm:pt>
    <dgm:pt modelId="{60E48E8B-9F29-4D36-87BD-938339539A26}" type="pres">
      <dgm:prSet presAssocID="{E7AE838C-B13B-41E3-9D4C-9F255A34B532}" presName="tx1" presStyleLbl="revTx" presStyleIdx="3" presStyleCnt="5"/>
      <dgm:spPr/>
    </dgm:pt>
    <dgm:pt modelId="{5A930923-6CA5-4DFB-BDAB-B9E2430F533E}" type="pres">
      <dgm:prSet presAssocID="{E7AE838C-B13B-41E3-9D4C-9F255A34B532}" presName="vert1" presStyleCnt="0"/>
      <dgm:spPr/>
    </dgm:pt>
    <dgm:pt modelId="{B2836C11-087D-4347-80A8-7E891AE4D536}" type="pres">
      <dgm:prSet presAssocID="{011C711E-41D0-4ED6-A511-A94FDDB29DCA}" presName="thickLine" presStyleLbl="alignNode1" presStyleIdx="4" presStyleCnt="5"/>
      <dgm:spPr/>
    </dgm:pt>
    <dgm:pt modelId="{75E57445-4E12-48BF-AAD5-68705A16E904}" type="pres">
      <dgm:prSet presAssocID="{011C711E-41D0-4ED6-A511-A94FDDB29DCA}" presName="horz1" presStyleCnt="0"/>
      <dgm:spPr/>
    </dgm:pt>
    <dgm:pt modelId="{B1BE2987-D1DC-4F23-B525-0765178C27BA}" type="pres">
      <dgm:prSet presAssocID="{011C711E-41D0-4ED6-A511-A94FDDB29DCA}" presName="tx1" presStyleLbl="revTx" presStyleIdx="4" presStyleCnt="5"/>
      <dgm:spPr/>
    </dgm:pt>
    <dgm:pt modelId="{1A3863F2-C75A-4A10-AC6E-A40C5C96B0D1}" type="pres">
      <dgm:prSet presAssocID="{011C711E-41D0-4ED6-A511-A94FDDB29DCA}" presName="vert1" presStyleCnt="0"/>
      <dgm:spPr/>
    </dgm:pt>
  </dgm:ptLst>
  <dgm:cxnLst>
    <dgm:cxn modelId="{0C2F5413-513A-4030-848C-303696BE42B4}" type="presOf" srcId="{ECE0B3EE-A201-4515-8DC3-14B52383B82C}" destId="{5211AE5E-9D0A-47AB-A591-5A9B7AA44010}" srcOrd="0" destOrd="0" presId="urn:microsoft.com/office/officeart/2008/layout/LinedList"/>
    <dgm:cxn modelId="{D7BC751D-47E5-4D85-8B1D-B228818E499F}" srcId="{F2F5A9B9-C104-4165-86D6-E8F1419614F0}" destId="{E7AE838C-B13B-41E3-9D4C-9F255A34B532}" srcOrd="3" destOrd="0" parTransId="{C4AD54B0-7877-42A5-AABE-C6060562129E}" sibTransId="{DE4B23EC-1A72-4E76-A13C-93A0B0A9461C}"/>
    <dgm:cxn modelId="{43FBE121-C335-45EE-A51D-A461EC65CEA7}" srcId="{F2F5A9B9-C104-4165-86D6-E8F1419614F0}" destId="{DFE97664-4CC7-48F4-8338-026F0B76BA48}" srcOrd="2" destOrd="0" parTransId="{3A22E413-4E57-4320-8066-2638FD383B35}" sibTransId="{EC384ACD-9CCA-41FB-A490-3182E13A8D61}"/>
    <dgm:cxn modelId="{61D2AB2E-1358-4AA4-AB68-E3C4B48975F7}" type="presOf" srcId="{011C711E-41D0-4ED6-A511-A94FDDB29DCA}" destId="{B1BE2987-D1DC-4F23-B525-0765178C27BA}" srcOrd="0" destOrd="0" presId="urn:microsoft.com/office/officeart/2008/layout/LinedList"/>
    <dgm:cxn modelId="{9361E530-711E-45E2-8885-CD78278FA6B4}" srcId="{F2F5A9B9-C104-4165-86D6-E8F1419614F0}" destId="{FCBC08DD-C6B5-4610-85D8-67495FDAA1FE}" srcOrd="1" destOrd="0" parTransId="{EEEF6992-9D89-4EEF-A75B-B1A26BB1A255}" sibTransId="{667ED8E5-E9F1-4980-9942-E6C8EB17DD84}"/>
    <dgm:cxn modelId="{562F053B-DEAD-44F5-82EA-803DF2FD3BB2}" srcId="{F2F5A9B9-C104-4165-86D6-E8F1419614F0}" destId="{011C711E-41D0-4ED6-A511-A94FDDB29DCA}" srcOrd="4" destOrd="0" parTransId="{77B1540D-7A6F-43C2-A9A1-5F2EF75CB70D}" sibTransId="{5E092D89-8602-4842-BA64-2AC9472878A7}"/>
    <dgm:cxn modelId="{D14F0E43-A8E1-4864-84FC-A641A480B58D}" type="presOf" srcId="{F2F5A9B9-C104-4165-86D6-E8F1419614F0}" destId="{28E23099-E4C3-4E1F-926C-C6C48872E9EF}" srcOrd="0" destOrd="0" presId="urn:microsoft.com/office/officeart/2008/layout/LinedList"/>
    <dgm:cxn modelId="{7EC2B88B-DBB1-4782-AA79-D210C02415D4}" type="presOf" srcId="{FCBC08DD-C6B5-4610-85D8-67495FDAA1FE}" destId="{8E996548-44A7-44D7-82C0-6B60E62061CD}" srcOrd="0" destOrd="0" presId="urn:microsoft.com/office/officeart/2008/layout/LinedList"/>
    <dgm:cxn modelId="{BE6EF99B-B6E4-44A9-8A45-86A8AE72383B}" srcId="{F2F5A9B9-C104-4165-86D6-E8F1419614F0}" destId="{ECE0B3EE-A201-4515-8DC3-14B52383B82C}" srcOrd="0" destOrd="0" parTransId="{A27B3C22-7C6F-42FB-A6EC-CC8C9F8787FC}" sibTransId="{C177F818-C602-45E4-A14D-53E8D07516FA}"/>
    <dgm:cxn modelId="{187B96BB-3351-4E80-982D-5A1DA7C5DF78}" type="presOf" srcId="{E7AE838C-B13B-41E3-9D4C-9F255A34B532}" destId="{60E48E8B-9F29-4D36-87BD-938339539A26}" srcOrd="0" destOrd="0" presId="urn:microsoft.com/office/officeart/2008/layout/LinedList"/>
    <dgm:cxn modelId="{5B904DFD-AD32-48D7-BFA1-059BB441F41E}" type="presOf" srcId="{DFE97664-4CC7-48F4-8338-026F0B76BA48}" destId="{D18AFA26-A2A7-4CAE-AAC8-2AE297C349CC}" srcOrd="0" destOrd="0" presId="urn:microsoft.com/office/officeart/2008/layout/LinedList"/>
    <dgm:cxn modelId="{088ADE0A-8E85-4555-AAA0-008AC436E4D5}" type="presParOf" srcId="{28E23099-E4C3-4E1F-926C-C6C48872E9EF}" destId="{C4BCFAFE-0BC0-4414-A935-88A30109F78E}" srcOrd="0" destOrd="0" presId="urn:microsoft.com/office/officeart/2008/layout/LinedList"/>
    <dgm:cxn modelId="{F73723D1-1C12-4390-AB5C-72F07BE9556B}" type="presParOf" srcId="{28E23099-E4C3-4E1F-926C-C6C48872E9EF}" destId="{3A3724C9-C618-424B-9A39-667291055208}" srcOrd="1" destOrd="0" presId="urn:microsoft.com/office/officeart/2008/layout/LinedList"/>
    <dgm:cxn modelId="{C717DDE6-8B43-4B6A-BA25-FA683D02703F}" type="presParOf" srcId="{3A3724C9-C618-424B-9A39-667291055208}" destId="{5211AE5E-9D0A-47AB-A591-5A9B7AA44010}" srcOrd="0" destOrd="0" presId="urn:microsoft.com/office/officeart/2008/layout/LinedList"/>
    <dgm:cxn modelId="{6EEE4A0D-1EF6-4E86-9861-63C70400D40D}" type="presParOf" srcId="{3A3724C9-C618-424B-9A39-667291055208}" destId="{FD7001D6-721E-48FC-805D-C4D7235EBE08}" srcOrd="1" destOrd="0" presId="urn:microsoft.com/office/officeart/2008/layout/LinedList"/>
    <dgm:cxn modelId="{7A0B3B6C-CF6C-42EC-9C94-94C93BB9230E}" type="presParOf" srcId="{28E23099-E4C3-4E1F-926C-C6C48872E9EF}" destId="{46658B18-1B1E-4E8F-B908-5CE6AD57CD37}" srcOrd="2" destOrd="0" presId="urn:microsoft.com/office/officeart/2008/layout/LinedList"/>
    <dgm:cxn modelId="{B00CCF47-8B98-4347-83E5-9B543116FF12}" type="presParOf" srcId="{28E23099-E4C3-4E1F-926C-C6C48872E9EF}" destId="{C9A90F00-F419-4DE4-AA42-077EFE3E306F}" srcOrd="3" destOrd="0" presId="urn:microsoft.com/office/officeart/2008/layout/LinedList"/>
    <dgm:cxn modelId="{83B57F89-B02F-498B-81C3-3986CA315602}" type="presParOf" srcId="{C9A90F00-F419-4DE4-AA42-077EFE3E306F}" destId="{8E996548-44A7-44D7-82C0-6B60E62061CD}" srcOrd="0" destOrd="0" presId="urn:microsoft.com/office/officeart/2008/layout/LinedList"/>
    <dgm:cxn modelId="{0745E93F-2ECA-4758-BD16-D73E3219B91A}" type="presParOf" srcId="{C9A90F00-F419-4DE4-AA42-077EFE3E306F}" destId="{81413B87-E130-4777-A4FD-9B871C3F2C31}" srcOrd="1" destOrd="0" presId="urn:microsoft.com/office/officeart/2008/layout/LinedList"/>
    <dgm:cxn modelId="{EDAD1153-1833-4E7F-9040-0BAC72546A40}" type="presParOf" srcId="{28E23099-E4C3-4E1F-926C-C6C48872E9EF}" destId="{E9D1EC07-9F31-48B6-A762-2183151665A2}" srcOrd="4" destOrd="0" presId="urn:microsoft.com/office/officeart/2008/layout/LinedList"/>
    <dgm:cxn modelId="{50866B01-663D-4815-8716-D9D701584DC4}" type="presParOf" srcId="{28E23099-E4C3-4E1F-926C-C6C48872E9EF}" destId="{B72299D9-BCD5-4B6A-A67E-3C90B240A56C}" srcOrd="5" destOrd="0" presId="urn:microsoft.com/office/officeart/2008/layout/LinedList"/>
    <dgm:cxn modelId="{A25A900F-4D5C-4613-A152-2DD5F4289177}" type="presParOf" srcId="{B72299D9-BCD5-4B6A-A67E-3C90B240A56C}" destId="{D18AFA26-A2A7-4CAE-AAC8-2AE297C349CC}" srcOrd="0" destOrd="0" presId="urn:microsoft.com/office/officeart/2008/layout/LinedList"/>
    <dgm:cxn modelId="{9F9560D6-EE57-4C96-9952-E0B15D0F1565}" type="presParOf" srcId="{B72299D9-BCD5-4B6A-A67E-3C90B240A56C}" destId="{B17D3DC7-7785-4F0F-A5B5-AF8C98D30E5C}" srcOrd="1" destOrd="0" presId="urn:microsoft.com/office/officeart/2008/layout/LinedList"/>
    <dgm:cxn modelId="{5A2B3542-0AFF-4AB2-8867-07786DBF7B96}" type="presParOf" srcId="{28E23099-E4C3-4E1F-926C-C6C48872E9EF}" destId="{9772846C-2FE8-46F6-9313-17F81B80701B}" srcOrd="6" destOrd="0" presId="urn:microsoft.com/office/officeart/2008/layout/LinedList"/>
    <dgm:cxn modelId="{F60CE48B-2138-460E-AE8A-5C2D5B2ADE51}" type="presParOf" srcId="{28E23099-E4C3-4E1F-926C-C6C48872E9EF}" destId="{38CDF067-FD75-4C66-B727-FE24A4E31489}" srcOrd="7" destOrd="0" presId="urn:microsoft.com/office/officeart/2008/layout/LinedList"/>
    <dgm:cxn modelId="{F19620D5-E73A-467D-B499-C60239260C3F}" type="presParOf" srcId="{38CDF067-FD75-4C66-B727-FE24A4E31489}" destId="{60E48E8B-9F29-4D36-87BD-938339539A26}" srcOrd="0" destOrd="0" presId="urn:microsoft.com/office/officeart/2008/layout/LinedList"/>
    <dgm:cxn modelId="{BF734010-67BF-4306-8B27-706AC9D75DEF}" type="presParOf" srcId="{38CDF067-FD75-4C66-B727-FE24A4E31489}" destId="{5A930923-6CA5-4DFB-BDAB-B9E2430F533E}" srcOrd="1" destOrd="0" presId="urn:microsoft.com/office/officeart/2008/layout/LinedList"/>
    <dgm:cxn modelId="{7130180B-4C2F-41A3-AE14-A319D87E18FE}" type="presParOf" srcId="{28E23099-E4C3-4E1F-926C-C6C48872E9EF}" destId="{B2836C11-087D-4347-80A8-7E891AE4D536}" srcOrd="8" destOrd="0" presId="urn:microsoft.com/office/officeart/2008/layout/LinedList"/>
    <dgm:cxn modelId="{572BD50F-E5C0-477E-AB64-09C84813854B}" type="presParOf" srcId="{28E23099-E4C3-4E1F-926C-C6C48872E9EF}" destId="{75E57445-4E12-48BF-AAD5-68705A16E904}" srcOrd="9" destOrd="0" presId="urn:microsoft.com/office/officeart/2008/layout/LinedList"/>
    <dgm:cxn modelId="{D6FF4478-6FC4-4527-8A82-0C210BDD7972}" type="presParOf" srcId="{75E57445-4E12-48BF-AAD5-68705A16E904}" destId="{B1BE2987-D1DC-4F23-B525-0765178C27BA}" srcOrd="0" destOrd="0" presId="urn:microsoft.com/office/officeart/2008/layout/LinedList"/>
    <dgm:cxn modelId="{966358AC-6B88-422F-8F06-53CC91BA2EED}" type="presParOf" srcId="{75E57445-4E12-48BF-AAD5-68705A16E904}" destId="{1A3863F2-C75A-4A10-AC6E-A40C5C96B0D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1C8A65F-A0D8-48CF-8F9A-33BC23A28F7B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7014819-9CF1-4320-8B2C-60B3DA6221E4}">
      <dgm:prSet/>
      <dgm:spPr/>
      <dgm:t>
        <a:bodyPr/>
        <a:lstStyle/>
        <a:p>
          <a:pPr>
            <a:defRPr cap="all"/>
          </a:pPr>
          <a:r>
            <a:rPr lang="en-US" b="0" i="0" baseline="0"/>
            <a:t>Ensemble methods (LightGBM, XGBoost) are best suited for this task</a:t>
          </a:r>
          <a:endParaRPr lang="en-US"/>
        </a:p>
      </dgm:t>
    </dgm:pt>
    <dgm:pt modelId="{01A31D19-2A9F-496F-9B1A-30DF4E9E23B7}" type="parTrans" cxnId="{A01892D2-08F5-4501-92B9-4A04656308CC}">
      <dgm:prSet/>
      <dgm:spPr/>
      <dgm:t>
        <a:bodyPr/>
        <a:lstStyle/>
        <a:p>
          <a:endParaRPr lang="en-US"/>
        </a:p>
      </dgm:t>
    </dgm:pt>
    <dgm:pt modelId="{0555BC7C-AC79-45F0-BBEE-32E946889273}" type="sibTrans" cxnId="{A01892D2-08F5-4501-92B9-4A04656308CC}">
      <dgm:prSet/>
      <dgm:spPr/>
      <dgm:t>
        <a:bodyPr/>
        <a:lstStyle/>
        <a:p>
          <a:endParaRPr lang="en-US"/>
        </a:p>
      </dgm:t>
    </dgm:pt>
    <dgm:pt modelId="{7751D4C4-87BA-4E0F-BDA2-9EF1197F67F7}">
      <dgm:prSet/>
      <dgm:spPr/>
      <dgm:t>
        <a:bodyPr/>
        <a:lstStyle/>
        <a:p>
          <a:pPr>
            <a:defRPr cap="all"/>
          </a:pPr>
          <a:r>
            <a:rPr lang="en-US" b="0" i="0" baseline="0"/>
            <a:t>Custom preprocessing and threshold tuning greatly improved performance</a:t>
          </a:r>
          <a:endParaRPr lang="en-US"/>
        </a:p>
      </dgm:t>
    </dgm:pt>
    <dgm:pt modelId="{44506AAF-F3FD-4AC3-97C2-27CE901C23CB}" type="parTrans" cxnId="{490ED62D-E874-42E2-B449-A9F0EA90352B}">
      <dgm:prSet/>
      <dgm:spPr/>
      <dgm:t>
        <a:bodyPr/>
        <a:lstStyle/>
        <a:p>
          <a:endParaRPr lang="en-US"/>
        </a:p>
      </dgm:t>
    </dgm:pt>
    <dgm:pt modelId="{BFEB6627-EDB3-465D-BAF0-9248EEB11B19}" type="sibTrans" cxnId="{490ED62D-E874-42E2-B449-A9F0EA90352B}">
      <dgm:prSet/>
      <dgm:spPr/>
      <dgm:t>
        <a:bodyPr/>
        <a:lstStyle/>
        <a:p>
          <a:endParaRPr lang="en-US"/>
        </a:p>
      </dgm:t>
    </dgm:pt>
    <dgm:pt modelId="{11982E77-4092-442D-BA20-238A6125819D}">
      <dgm:prSet/>
      <dgm:spPr/>
      <dgm:t>
        <a:bodyPr/>
        <a:lstStyle/>
        <a:p>
          <a:pPr>
            <a:defRPr cap="all"/>
          </a:pPr>
          <a:r>
            <a:rPr lang="en-US" b="0" i="0" baseline="0"/>
            <a:t>Machine learning is highly effective in credit risk analysis</a:t>
          </a:r>
          <a:endParaRPr lang="en-US"/>
        </a:p>
      </dgm:t>
    </dgm:pt>
    <dgm:pt modelId="{FA1A9BAE-B350-43C9-B36B-7E6577E872B7}" type="parTrans" cxnId="{2FC878FC-C78B-45E5-9F9D-DE3BF3AFC411}">
      <dgm:prSet/>
      <dgm:spPr/>
      <dgm:t>
        <a:bodyPr/>
        <a:lstStyle/>
        <a:p>
          <a:endParaRPr lang="en-US"/>
        </a:p>
      </dgm:t>
    </dgm:pt>
    <dgm:pt modelId="{DA84CFAC-3B26-498F-9B8B-D440D693829D}" type="sibTrans" cxnId="{2FC878FC-C78B-45E5-9F9D-DE3BF3AFC411}">
      <dgm:prSet/>
      <dgm:spPr/>
      <dgm:t>
        <a:bodyPr/>
        <a:lstStyle/>
        <a:p>
          <a:endParaRPr lang="en-US"/>
        </a:p>
      </dgm:t>
    </dgm:pt>
    <dgm:pt modelId="{A11EAA16-3557-49B0-B676-130EB98A7008}" type="pres">
      <dgm:prSet presAssocID="{E1C8A65F-A0D8-48CF-8F9A-33BC23A28F7B}" presName="root" presStyleCnt="0">
        <dgm:presLayoutVars>
          <dgm:dir/>
          <dgm:resizeHandles val="exact"/>
        </dgm:presLayoutVars>
      </dgm:prSet>
      <dgm:spPr/>
    </dgm:pt>
    <dgm:pt modelId="{5FE8E42D-E1FA-4FCC-A683-18498BCE0456}" type="pres">
      <dgm:prSet presAssocID="{67014819-9CF1-4320-8B2C-60B3DA6221E4}" presName="compNode" presStyleCnt="0"/>
      <dgm:spPr/>
    </dgm:pt>
    <dgm:pt modelId="{EAE46F98-8E94-466E-809D-BFABBF936AB3}" type="pres">
      <dgm:prSet presAssocID="{67014819-9CF1-4320-8B2C-60B3DA6221E4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D9BA1486-0C2B-4374-9765-93B7C6A45E57}" type="pres">
      <dgm:prSet presAssocID="{67014819-9CF1-4320-8B2C-60B3DA6221E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ductor"/>
        </a:ext>
      </dgm:extLst>
    </dgm:pt>
    <dgm:pt modelId="{08DD2805-2267-4DB7-AF2F-48BA1B9F9E32}" type="pres">
      <dgm:prSet presAssocID="{67014819-9CF1-4320-8B2C-60B3DA6221E4}" presName="spaceRect" presStyleCnt="0"/>
      <dgm:spPr/>
    </dgm:pt>
    <dgm:pt modelId="{32B9A490-D9E5-44E1-8347-D70CFBCAE455}" type="pres">
      <dgm:prSet presAssocID="{67014819-9CF1-4320-8B2C-60B3DA6221E4}" presName="textRect" presStyleLbl="revTx" presStyleIdx="0" presStyleCnt="3">
        <dgm:presLayoutVars>
          <dgm:chMax val="1"/>
          <dgm:chPref val="1"/>
        </dgm:presLayoutVars>
      </dgm:prSet>
      <dgm:spPr/>
    </dgm:pt>
    <dgm:pt modelId="{EAE0C7C9-C5AF-48A9-9838-C60E37802C4F}" type="pres">
      <dgm:prSet presAssocID="{0555BC7C-AC79-45F0-BBEE-32E946889273}" presName="sibTrans" presStyleCnt="0"/>
      <dgm:spPr/>
    </dgm:pt>
    <dgm:pt modelId="{B225DF4F-E059-418D-9518-5FDF569027B6}" type="pres">
      <dgm:prSet presAssocID="{7751D4C4-87BA-4E0F-BDA2-9EF1197F67F7}" presName="compNode" presStyleCnt="0"/>
      <dgm:spPr/>
    </dgm:pt>
    <dgm:pt modelId="{ACB688A8-8E4C-4E73-9B39-8C4F08B6750C}" type="pres">
      <dgm:prSet presAssocID="{7751D4C4-87BA-4E0F-BDA2-9EF1197F67F7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89710B3-C0BE-4279-B6C4-DE8CED32BC26}" type="pres">
      <dgm:prSet presAssocID="{7751D4C4-87BA-4E0F-BDA2-9EF1197F67F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F83C7B41-A5B7-4B1C-A076-DCF5AB27C38D}" type="pres">
      <dgm:prSet presAssocID="{7751D4C4-87BA-4E0F-BDA2-9EF1197F67F7}" presName="spaceRect" presStyleCnt="0"/>
      <dgm:spPr/>
    </dgm:pt>
    <dgm:pt modelId="{0B40DE9B-4916-48D9-B681-B0F237F1854D}" type="pres">
      <dgm:prSet presAssocID="{7751D4C4-87BA-4E0F-BDA2-9EF1197F67F7}" presName="textRect" presStyleLbl="revTx" presStyleIdx="1" presStyleCnt="3">
        <dgm:presLayoutVars>
          <dgm:chMax val="1"/>
          <dgm:chPref val="1"/>
        </dgm:presLayoutVars>
      </dgm:prSet>
      <dgm:spPr/>
    </dgm:pt>
    <dgm:pt modelId="{55047288-BD52-42EA-A2C8-CF556C1A009D}" type="pres">
      <dgm:prSet presAssocID="{BFEB6627-EDB3-465D-BAF0-9248EEB11B19}" presName="sibTrans" presStyleCnt="0"/>
      <dgm:spPr/>
    </dgm:pt>
    <dgm:pt modelId="{4636BBE9-5EB9-4A9A-B725-00D37BC1A847}" type="pres">
      <dgm:prSet presAssocID="{11982E77-4092-442D-BA20-238A6125819D}" presName="compNode" presStyleCnt="0"/>
      <dgm:spPr/>
    </dgm:pt>
    <dgm:pt modelId="{1AFF0CF7-3F5E-4FF4-A3E0-F1F2FE4C9997}" type="pres">
      <dgm:prSet presAssocID="{11982E77-4092-442D-BA20-238A6125819D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73CFC3EE-BE42-4152-885C-8317B5DE173F}" type="pres">
      <dgm:prSet presAssocID="{11982E77-4092-442D-BA20-238A6125819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8C85A88-C2C6-47D7-9FF9-2ADD30812EEF}" type="pres">
      <dgm:prSet presAssocID="{11982E77-4092-442D-BA20-238A6125819D}" presName="spaceRect" presStyleCnt="0"/>
      <dgm:spPr/>
    </dgm:pt>
    <dgm:pt modelId="{A67ECF7A-5C71-42CE-86E3-C36A3303EBDE}" type="pres">
      <dgm:prSet presAssocID="{11982E77-4092-442D-BA20-238A6125819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242B429-F4E3-4374-AD5C-B93AA73818A6}" type="presOf" srcId="{11982E77-4092-442D-BA20-238A6125819D}" destId="{A67ECF7A-5C71-42CE-86E3-C36A3303EBDE}" srcOrd="0" destOrd="0" presId="urn:microsoft.com/office/officeart/2018/5/layout/IconLeafLabelList"/>
    <dgm:cxn modelId="{490ED62D-E874-42E2-B449-A9F0EA90352B}" srcId="{E1C8A65F-A0D8-48CF-8F9A-33BC23A28F7B}" destId="{7751D4C4-87BA-4E0F-BDA2-9EF1197F67F7}" srcOrd="1" destOrd="0" parTransId="{44506AAF-F3FD-4AC3-97C2-27CE901C23CB}" sibTransId="{BFEB6627-EDB3-465D-BAF0-9248EEB11B19}"/>
    <dgm:cxn modelId="{DE334656-E9B2-4B1F-93C1-B7B50211D535}" type="presOf" srcId="{E1C8A65F-A0D8-48CF-8F9A-33BC23A28F7B}" destId="{A11EAA16-3557-49B0-B676-130EB98A7008}" srcOrd="0" destOrd="0" presId="urn:microsoft.com/office/officeart/2018/5/layout/IconLeafLabelList"/>
    <dgm:cxn modelId="{16186088-BE45-456D-8A09-89253DBE7A5C}" type="presOf" srcId="{7751D4C4-87BA-4E0F-BDA2-9EF1197F67F7}" destId="{0B40DE9B-4916-48D9-B681-B0F237F1854D}" srcOrd="0" destOrd="0" presId="urn:microsoft.com/office/officeart/2018/5/layout/IconLeafLabelList"/>
    <dgm:cxn modelId="{A01892D2-08F5-4501-92B9-4A04656308CC}" srcId="{E1C8A65F-A0D8-48CF-8F9A-33BC23A28F7B}" destId="{67014819-9CF1-4320-8B2C-60B3DA6221E4}" srcOrd="0" destOrd="0" parTransId="{01A31D19-2A9F-496F-9B1A-30DF4E9E23B7}" sibTransId="{0555BC7C-AC79-45F0-BBEE-32E946889273}"/>
    <dgm:cxn modelId="{6FBBEEEF-E4DA-493E-B64B-81183439A136}" type="presOf" srcId="{67014819-9CF1-4320-8B2C-60B3DA6221E4}" destId="{32B9A490-D9E5-44E1-8347-D70CFBCAE455}" srcOrd="0" destOrd="0" presId="urn:microsoft.com/office/officeart/2018/5/layout/IconLeafLabelList"/>
    <dgm:cxn modelId="{2FC878FC-C78B-45E5-9F9D-DE3BF3AFC411}" srcId="{E1C8A65F-A0D8-48CF-8F9A-33BC23A28F7B}" destId="{11982E77-4092-442D-BA20-238A6125819D}" srcOrd="2" destOrd="0" parTransId="{FA1A9BAE-B350-43C9-B36B-7E6577E872B7}" sibTransId="{DA84CFAC-3B26-498F-9B8B-D440D693829D}"/>
    <dgm:cxn modelId="{DAA0E41E-9765-408A-9C33-622B5DABA33D}" type="presParOf" srcId="{A11EAA16-3557-49B0-B676-130EB98A7008}" destId="{5FE8E42D-E1FA-4FCC-A683-18498BCE0456}" srcOrd="0" destOrd="0" presId="urn:microsoft.com/office/officeart/2018/5/layout/IconLeafLabelList"/>
    <dgm:cxn modelId="{2EC482FD-A9EC-471E-A8AA-72C9ABA8269C}" type="presParOf" srcId="{5FE8E42D-E1FA-4FCC-A683-18498BCE0456}" destId="{EAE46F98-8E94-466E-809D-BFABBF936AB3}" srcOrd="0" destOrd="0" presId="urn:microsoft.com/office/officeart/2018/5/layout/IconLeafLabelList"/>
    <dgm:cxn modelId="{D14276D5-8F05-451D-8730-D2C779AFB9A5}" type="presParOf" srcId="{5FE8E42D-E1FA-4FCC-A683-18498BCE0456}" destId="{D9BA1486-0C2B-4374-9765-93B7C6A45E57}" srcOrd="1" destOrd="0" presId="urn:microsoft.com/office/officeart/2018/5/layout/IconLeafLabelList"/>
    <dgm:cxn modelId="{74022F00-B767-4968-855B-00A53DF35545}" type="presParOf" srcId="{5FE8E42D-E1FA-4FCC-A683-18498BCE0456}" destId="{08DD2805-2267-4DB7-AF2F-48BA1B9F9E32}" srcOrd="2" destOrd="0" presId="urn:microsoft.com/office/officeart/2018/5/layout/IconLeafLabelList"/>
    <dgm:cxn modelId="{D825FD3B-F468-4119-9B81-7923C3DC216F}" type="presParOf" srcId="{5FE8E42D-E1FA-4FCC-A683-18498BCE0456}" destId="{32B9A490-D9E5-44E1-8347-D70CFBCAE455}" srcOrd="3" destOrd="0" presId="urn:microsoft.com/office/officeart/2018/5/layout/IconLeafLabelList"/>
    <dgm:cxn modelId="{754F1DBC-F0F7-4DD5-9226-22BB81F49EA3}" type="presParOf" srcId="{A11EAA16-3557-49B0-B676-130EB98A7008}" destId="{EAE0C7C9-C5AF-48A9-9838-C60E37802C4F}" srcOrd="1" destOrd="0" presId="urn:microsoft.com/office/officeart/2018/5/layout/IconLeafLabelList"/>
    <dgm:cxn modelId="{E1EA4672-FD30-406D-B944-1093EA98CB36}" type="presParOf" srcId="{A11EAA16-3557-49B0-B676-130EB98A7008}" destId="{B225DF4F-E059-418D-9518-5FDF569027B6}" srcOrd="2" destOrd="0" presId="urn:microsoft.com/office/officeart/2018/5/layout/IconLeafLabelList"/>
    <dgm:cxn modelId="{E181AD71-87E3-4A7E-9EFB-5D1DDDA66406}" type="presParOf" srcId="{B225DF4F-E059-418D-9518-5FDF569027B6}" destId="{ACB688A8-8E4C-4E73-9B39-8C4F08B6750C}" srcOrd="0" destOrd="0" presId="urn:microsoft.com/office/officeart/2018/5/layout/IconLeafLabelList"/>
    <dgm:cxn modelId="{2056DF38-C08D-4A12-BAE5-81BE7205CC64}" type="presParOf" srcId="{B225DF4F-E059-418D-9518-5FDF569027B6}" destId="{489710B3-C0BE-4279-B6C4-DE8CED32BC26}" srcOrd="1" destOrd="0" presId="urn:microsoft.com/office/officeart/2018/5/layout/IconLeafLabelList"/>
    <dgm:cxn modelId="{F13E415B-27BC-44AC-BE67-7A89C42599F9}" type="presParOf" srcId="{B225DF4F-E059-418D-9518-5FDF569027B6}" destId="{F83C7B41-A5B7-4B1C-A076-DCF5AB27C38D}" srcOrd="2" destOrd="0" presId="urn:microsoft.com/office/officeart/2018/5/layout/IconLeafLabelList"/>
    <dgm:cxn modelId="{6C6B5E32-F51C-4C48-8A71-AD4B1D03782B}" type="presParOf" srcId="{B225DF4F-E059-418D-9518-5FDF569027B6}" destId="{0B40DE9B-4916-48D9-B681-B0F237F1854D}" srcOrd="3" destOrd="0" presId="urn:microsoft.com/office/officeart/2018/5/layout/IconLeafLabelList"/>
    <dgm:cxn modelId="{DA91E42C-D6A0-4D2F-B0EE-D6E235F85490}" type="presParOf" srcId="{A11EAA16-3557-49B0-B676-130EB98A7008}" destId="{55047288-BD52-42EA-A2C8-CF556C1A009D}" srcOrd="3" destOrd="0" presId="urn:microsoft.com/office/officeart/2018/5/layout/IconLeafLabelList"/>
    <dgm:cxn modelId="{56A9979C-0AD4-4022-A585-EF9FE6BF5FE6}" type="presParOf" srcId="{A11EAA16-3557-49B0-B676-130EB98A7008}" destId="{4636BBE9-5EB9-4A9A-B725-00D37BC1A847}" srcOrd="4" destOrd="0" presId="urn:microsoft.com/office/officeart/2018/5/layout/IconLeafLabelList"/>
    <dgm:cxn modelId="{E989022E-D185-46E0-9D1B-C9CC2356EC01}" type="presParOf" srcId="{4636BBE9-5EB9-4A9A-B725-00D37BC1A847}" destId="{1AFF0CF7-3F5E-4FF4-A3E0-F1F2FE4C9997}" srcOrd="0" destOrd="0" presId="urn:microsoft.com/office/officeart/2018/5/layout/IconLeafLabelList"/>
    <dgm:cxn modelId="{C17C97E1-ECAE-46DD-81A5-ABA1ED09758C}" type="presParOf" srcId="{4636BBE9-5EB9-4A9A-B725-00D37BC1A847}" destId="{73CFC3EE-BE42-4152-885C-8317B5DE173F}" srcOrd="1" destOrd="0" presId="urn:microsoft.com/office/officeart/2018/5/layout/IconLeafLabelList"/>
    <dgm:cxn modelId="{8E6A5A81-3387-4520-AC87-18A40864F2C9}" type="presParOf" srcId="{4636BBE9-5EB9-4A9A-B725-00D37BC1A847}" destId="{78C85A88-C2C6-47D7-9FF9-2ADD30812EEF}" srcOrd="2" destOrd="0" presId="urn:microsoft.com/office/officeart/2018/5/layout/IconLeafLabelList"/>
    <dgm:cxn modelId="{94DBAB51-8E00-4BE0-A43F-973DFD9DCF22}" type="presParOf" srcId="{4636BBE9-5EB9-4A9A-B725-00D37BC1A847}" destId="{A67ECF7A-5C71-42CE-86E3-C36A3303EBDE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63A1A7A-C82F-4D36-BA5A-CECC2B4EDC17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EF7E13A7-A402-45FA-B184-104D61387B23}">
      <dgm:prSet/>
      <dgm:spPr/>
      <dgm:t>
        <a:bodyPr/>
        <a:lstStyle/>
        <a:p>
          <a:r>
            <a:rPr lang="en-US" b="0" i="0" baseline="0"/>
            <a:t>Use SHAP / LIME for explainability</a:t>
          </a:r>
          <a:endParaRPr lang="en-US"/>
        </a:p>
      </dgm:t>
    </dgm:pt>
    <dgm:pt modelId="{9CDF3554-3B0D-4216-9AE1-5974FAA1226E}" type="parTrans" cxnId="{C7323AC9-EABA-4E25-A841-3F5AF313CDA3}">
      <dgm:prSet/>
      <dgm:spPr/>
      <dgm:t>
        <a:bodyPr/>
        <a:lstStyle/>
        <a:p>
          <a:endParaRPr lang="en-US"/>
        </a:p>
      </dgm:t>
    </dgm:pt>
    <dgm:pt modelId="{37B6E9D1-1D1D-4C5C-8A61-30AEDEED2052}" type="sibTrans" cxnId="{C7323AC9-EABA-4E25-A841-3F5AF313CDA3}">
      <dgm:prSet/>
      <dgm:spPr/>
      <dgm:t>
        <a:bodyPr/>
        <a:lstStyle/>
        <a:p>
          <a:endParaRPr lang="en-US"/>
        </a:p>
      </dgm:t>
    </dgm:pt>
    <dgm:pt modelId="{EDAA9193-EC93-442A-B1FE-C7657407B261}">
      <dgm:prSet/>
      <dgm:spPr/>
      <dgm:t>
        <a:bodyPr/>
        <a:lstStyle/>
        <a:p>
          <a:r>
            <a:rPr lang="en-US" b="0" i="0" baseline="0"/>
            <a:t>Add new features: credit score, employment history</a:t>
          </a:r>
          <a:endParaRPr lang="en-US"/>
        </a:p>
      </dgm:t>
    </dgm:pt>
    <dgm:pt modelId="{4FE0D688-ABA1-43F2-A0EF-43EEF6C37EA9}" type="parTrans" cxnId="{BBD97DEF-F846-4A10-95FD-8567A4B26C03}">
      <dgm:prSet/>
      <dgm:spPr/>
      <dgm:t>
        <a:bodyPr/>
        <a:lstStyle/>
        <a:p>
          <a:endParaRPr lang="en-US"/>
        </a:p>
      </dgm:t>
    </dgm:pt>
    <dgm:pt modelId="{53F7B3EE-D078-4A07-851B-43ECCD7248A1}" type="sibTrans" cxnId="{BBD97DEF-F846-4A10-95FD-8567A4B26C03}">
      <dgm:prSet/>
      <dgm:spPr/>
      <dgm:t>
        <a:bodyPr/>
        <a:lstStyle/>
        <a:p>
          <a:endParaRPr lang="en-US"/>
        </a:p>
      </dgm:t>
    </dgm:pt>
    <dgm:pt modelId="{A2F558F6-531D-474E-BBDA-991F3A3C97DF}">
      <dgm:prSet/>
      <dgm:spPr/>
      <dgm:t>
        <a:bodyPr/>
        <a:lstStyle/>
        <a:p>
          <a:r>
            <a:rPr lang="en-US" b="0" i="0" baseline="0"/>
            <a:t>Real-time prediction deployment</a:t>
          </a:r>
          <a:endParaRPr lang="en-US"/>
        </a:p>
      </dgm:t>
    </dgm:pt>
    <dgm:pt modelId="{CE404478-030E-4EE1-85B4-D9E8A215F304}" type="parTrans" cxnId="{D2485980-D8EA-4842-AAC9-3690AA65E109}">
      <dgm:prSet/>
      <dgm:spPr/>
      <dgm:t>
        <a:bodyPr/>
        <a:lstStyle/>
        <a:p>
          <a:endParaRPr lang="en-US"/>
        </a:p>
      </dgm:t>
    </dgm:pt>
    <dgm:pt modelId="{88B8FA01-7C25-40F1-AAB0-63F68098FB9C}" type="sibTrans" cxnId="{D2485980-D8EA-4842-AAC9-3690AA65E109}">
      <dgm:prSet/>
      <dgm:spPr/>
      <dgm:t>
        <a:bodyPr/>
        <a:lstStyle/>
        <a:p>
          <a:endParaRPr lang="en-US"/>
        </a:p>
      </dgm:t>
    </dgm:pt>
    <dgm:pt modelId="{79E231B4-A042-4948-8A57-399E2F60433C}">
      <dgm:prSet/>
      <dgm:spPr/>
      <dgm:t>
        <a:bodyPr/>
        <a:lstStyle/>
        <a:p>
          <a:r>
            <a:rPr lang="en-US" b="0" i="0" baseline="0"/>
            <a:t>Handle data drift and retraining</a:t>
          </a:r>
          <a:endParaRPr lang="en-US"/>
        </a:p>
      </dgm:t>
    </dgm:pt>
    <dgm:pt modelId="{993E3D34-03E2-41B0-8D5E-5AFE8541877E}" type="parTrans" cxnId="{80FECEAA-0BA1-4A67-B91F-A61E6BD5A31B}">
      <dgm:prSet/>
      <dgm:spPr/>
      <dgm:t>
        <a:bodyPr/>
        <a:lstStyle/>
        <a:p>
          <a:endParaRPr lang="en-US"/>
        </a:p>
      </dgm:t>
    </dgm:pt>
    <dgm:pt modelId="{4C0B2178-7A9B-4097-BA79-A7E57BB19290}" type="sibTrans" cxnId="{80FECEAA-0BA1-4A67-B91F-A61E6BD5A31B}">
      <dgm:prSet/>
      <dgm:spPr/>
      <dgm:t>
        <a:bodyPr/>
        <a:lstStyle/>
        <a:p>
          <a:endParaRPr lang="en-US"/>
        </a:p>
      </dgm:t>
    </dgm:pt>
    <dgm:pt modelId="{160403A0-DFD8-4F49-B212-00657E9E5F00}" type="pres">
      <dgm:prSet presAssocID="{063A1A7A-C82F-4D36-BA5A-CECC2B4EDC17}" presName="vert0" presStyleCnt="0">
        <dgm:presLayoutVars>
          <dgm:dir/>
          <dgm:animOne val="branch"/>
          <dgm:animLvl val="lvl"/>
        </dgm:presLayoutVars>
      </dgm:prSet>
      <dgm:spPr/>
    </dgm:pt>
    <dgm:pt modelId="{B29D942A-426C-4B1C-929D-E1ED11B043A4}" type="pres">
      <dgm:prSet presAssocID="{EF7E13A7-A402-45FA-B184-104D61387B23}" presName="thickLine" presStyleLbl="alignNode1" presStyleIdx="0" presStyleCnt="4"/>
      <dgm:spPr/>
    </dgm:pt>
    <dgm:pt modelId="{FEA01FE5-77D6-486F-9F0A-C4F2C5C54F96}" type="pres">
      <dgm:prSet presAssocID="{EF7E13A7-A402-45FA-B184-104D61387B23}" presName="horz1" presStyleCnt="0"/>
      <dgm:spPr/>
    </dgm:pt>
    <dgm:pt modelId="{05A454EF-54AB-40C4-93F9-85E85A1E68F6}" type="pres">
      <dgm:prSet presAssocID="{EF7E13A7-A402-45FA-B184-104D61387B23}" presName="tx1" presStyleLbl="revTx" presStyleIdx="0" presStyleCnt="4"/>
      <dgm:spPr/>
    </dgm:pt>
    <dgm:pt modelId="{EE80D7F6-1BC8-4327-A1AD-C3024FA6250B}" type="pres">
      <dgm:prSet presAssocID="{EF7E13A7-A402-45FA-B184-104D61387B23}" presName="vert1" presStyleCnt="0"/>
      <dgm:spPr/>
    </dgm:pt>
    <dgm:pt modelId="{9A9CB4FF-8C9F-4BCB-80A8-ECC4C8C25D79}" type="pres">
      <dgm:prSet presAssocID="{EDAA9193-EC93-442A-B1FE-C7657407B261}" presName="thickLine" presStyleLbl="alignNode1" presStyleIdx="1" presStyleCnt="4"/>
      <dgm:spPr/>
    </dgm:pt>
    <dgm:pt modelId="{989F7E5B-6058-4EB7-A00A-C2CF540581F0}" type="pres">
      <dgm:prSet presAssocID="{EDAA9193-EC93-442A-B1FE-C7657407B261}" presName="horz1" presStyleCnt="0"/>
      <dgm:spPr/>
    </dgm:pt>
    <dgm:pt modelId="{41778F9E-1505-4867-B6A2-158F4EDF7858}" type="pres">
      <dgm:prSet presAssocID="{EDAA9193-EC93-442A-B1FE-C7657407B261}" presName="tx1" presStyleLbl="revTx" presStyleIdx="1" presStyleCnt="4"/>
      <dgm:spPr/>
    </dgm:pt>
    <dgm:pt modelId="{0A545E68-FDDA-4900-8F57-2543D3D243B0}" type="pres">
      <dgm:prSet presAssocID="{EDAA9193-EC93-442A-B1FE-C7657407B261}" presName="vert1" presStyleCnt="0"/>
      <dgm:spPr/>
    </dgm:pt>
    <dgm:pt modelId="{75B286BA-E25B-40F9-B10C-6C902092199D}" type="pres">
      <dgm:prSet presAssocID="{A2F558F6-531D-474E-BBDA-991F3A3C97DF}" presName="thickLine" presStyleLbl="alignNode1" presStyleIdx="2" presStyleCnt="4"/>
      <dgm:spPr/>
    </dgm:pt>
    <dgm:pt modelId="{9C41F980-1F51-486E-8126-C246AD57B667}" type="pres">
      <dgm:prSet presAssocID="{A2F558F6-531D-474E-BBDA-991F3A3C97DF}" presName="horz1" presStyleCnt="0"/>
      <dgm:spPr/>
    </dgm:pt>
    <dgm:pt modelId="{2A60D3CC-F464-42E3-B1E3-9A8594442F54}" type="pres">
      <dgm:prSet presAssocID="{A2F558F6-531D-474E-BBDA-991F3A3C97DF}" presName="tx1" presStyleLbl="revTx" presStyleIdx="2" presStyleCnt="4"/>
      <dgm:spPr/>
    </dgm:pt>
    <dgm:pt modelId="{33872463-25D6-4075-95DC-DF66CB92B1FA}" type="pres">
      <dgm:prSet presAssocID="{A2F558F6-531D-474E-BBDA-991F3A3C97DF}" presName="vert1" presStyleCnt="0"/>
      <dgm:spPr/>
    </dgm:pt>
    <dgm:pt modelId="{7A78D2C3-5AF5-4BFA-BADB-1F33E10AD341}" type="pres">
      <dgm:prSet presAssocID="{79E231B4-A042-4948-8A57-399E2F60433C}" presName="thickLine" presStyleLbl="alignNode1" presStyleIdx="3" presStyleCnt="4"/>
      <dgm:spPr/>
    </dgm:pt>
    <dgm:pt modelId="{8D8456CF-9BFD-4470-8B2E-8C6701110637}" type="pres">
      <dgm:prSet presAssocID="{79E231B4-A042-4948-8A57-399E2F60433C}" presName="horz1" presStyleCnt="0"/>
      <dgm:spPr/>
    </dgm:pt>
    <dgm:pt modelId="{9C38D3F8-70AA-4F3D-823E-05AD6F465DC4}" type="pres">
      <dgm:prSet presAssocID="{79E231B4-A042-4948-8A57-399E2F60433C}" presName="tx1" presStyleLbl="revTx" presStyleIdx="3" presStyleCnt="4"/>
      <dgm:spPr/>
    </dgm:pt>
    <dgm:pt modelId="{84C99FF4-798F-4ED5-B91E-B805E50E6E9D}" type="pres">
      <dgm:prSet presAssocID="{79E231B4-A042-4948-8A57-399E2F60433C}" presName="vert1" presStyleCnt="0"/>
      <dgm:spPr/>
    </dgm:pt>
  </dgm:ptLst>
  <dgm:cxnLst>
    <dgm:cxn modelId="{B6C6B80C-D40C-4085-8F05-4036D4DE97BC}" type="presOf" srcId="{79E231B4-A042-4948-8A57-399E2F60433C}" destId="{9C38D3F8-70AA-4F3D-823E-05AD6F465DC4}" srcOrd="0" destOrd="0" presId="urn:microsoft.com/office/officeart/2008/layout/LinedList"/>
    <dgm:cxn modelId="{92275249-00A4-49F2-A3EE-2E1D75379A6C}" type="presOf" srcId="{EF7E13A7-A402-45FA-B184-104D61387B23}" destId="{05A454EF-54AB-40C4-93F9-85E85A1E68F6}" srcOrd="0" destOrd="0" presId="urn:microsoft.com/office/officeart/2008/layout/LinedList"/>
    <dgm:cxn modelId="{86EBEB79-F08D-47ED-B112-9522975A133C}" type="presOf" srcId="{EDAA9193-EC93-442A-B1FE-C7657407B261}" destId="{41778F9E-1505-4867-B6A2-158F4EDF7858}" srcOrd="0" destOrd="0" presId="urn:microsoft.com/office/officeart/2008/layout/LinedList"/>
    <dgm:cxn modelId="{D2485980-D8EA-4842-AAC9-3690AA65E109}" srcId="{063A1A7A-C82F-4D36-BA5A-CECC2B4EDC17}" destId="{A2F558F6-531D-474E-BBDA-991F3A3C97DF}" srcOrd="2" destOrd="0" parTransId="{CE404478-030E-4EE1-85B4-D9E8A215F304}" sibTransId="{88B8FA01-7C25-40F1-AAB0-63F68098FB9C}"/>
    <dgm:cxn modelId="{40A8BF9A-FD44-43BC-9D4C-0CBB225B7518}" type="presOf" srcId="{063A1A7A-C82F-4D36-BA5A-CECC2B4EDC17}" destId="{160403A0-DFD8-4F49-B212-00657E9E5F00}" srcOrd="0" destOrd="0" presId="urn:microsoft.com/office/officeart/2008/layout/LinedList"/>
    <dgm:cxn modelId="{80FECEAA-0BA1-4A67-B91F-A61E6BD5A31B}" srcId="{063A1A7A-C82F-4D36-BA5A-CECC2B4EDC17}" destId="{79E231B4-A042-4948-8A57-399E2F60433C}" srcOrd="3" destOrd="0" parTransId="{993E3D34-03E2-41B0-8D5E-5AFE8541877E}" sibTransId="{4C0B2178-7A9B-4097-BA79-A7E57BB19290}"/>
    <dgm:cxn modelId="{C7323AC9-EABA-4E25-A841-3F5AF313CDA3}" srcId="{063A1A7A-C82F-4D36-BA5A-CECC2B4EDC17}" destId="{EF7E13A7-A402-45FA-B184-104D61387B23}" srcOrd="0" destOrd="0" parTransId="{9CDF3554-3B0D-4216-9AE1-5974FAA1226E}" sibTransId="{37B6E9D1-1D1D-4C5C-8A61-30AEDEED2052}"/>
    <dgm:cxn modelId="{BBD97DEF-F846-4A10-95FD-8567A4B26C03}" srcId="{063A1A7A-C82F-4D36-BA5A-CECC2B4EDC17}" destId="{EDAA9193-EC93-442A-B1FE-C7657407B261}" srcOrd="1" destOrd="0" parTransId="{4FE0D688-ABA1-43F2-A0EF-43EEF6C37EA9}" sibTransId="{53F7B3EE-D078-4A07-851B-43ECCD7248A1}"/>
    <dgm:cxn modelId="{2A941BF4-F09E-441D-B2C3-E5437CB66660}" type="presOf" srcId="{A2F558F6-531D-474E-BBDA-991F3A3C97DF}" destId="{2A60D3CC-F464-42E3-B1E3-9A8594442F54}" srcOrd="0" destOrd="0" presId="urn:microsoft.com/office/officeart/2008/layout/LinedList"/>
    <dgm:cxn modelId="{64A880BE-475D-464C-91E2-DABC5F793055}" type="presParOf" srcId="{160403A0-DFD8-4F49-B212-00657E9E5F00}" destId="{B29D942A-426C-4B1C-929D-E1ED11B043A4}" srcOrd="0" destOrd="0" presId="urn:microsoft.com/office/officeart/2008/layout/LinedList"/>
    <dgm:cxn modelId="{F0927420-D3A7-4356-B653-BF5C1B43F507}" type="presParOf" srcId="{160403A0-DFD8-4F49-B212-00657E9E5F00}" destId="{FEA01FE5-77D6-486F-9F0A-C4F2C5C54F96}" srcOrd="1" destOrd="0" presId="urn:microsoft.com/office/officeart/2008/layout/LinedList"/>
    <dgm:cxn modelId="{93676F97-8E62-4244-AA81-4563E47C2CF3}" type="presParOf" srcId="{FEA01FE5-77D6-486F-9F0A-C4F2C5C54F96}" destId="{05A454EF-54AB-40C4-93F9-85E85A1E68F6}" srcOrd="0" destOrd="0" presId="urn:microsoft.com/office/officeart/2008/layout/LinedList"/>
    <dgm:cxn modelId="{ABDF3429-345E-48DE-BDA5-08D41CE08F11}" type="presParOf" srcId="{FEA01FE5-77D6-486F-9F0A-C4F2C5C54F96}" destId="{EE80D7F6-1BC8-4327-A1AD-C3024FA6250B}" srcOrd="1" destOrd="0" presId="urn:microsoft.com/office/officeart/2008/layout/LinedList"/>
    <dgm:cxn modelId="{C0CD026D-CC66-4C54-AE90-B284BBA63698}" type="presParOf" srcId="{160403A0-DFD8-4F49-B212-00657E9E5F00}" destId="{9A9CB4FF-8C9F-4BCB-80A8-ECC4C8C25D79}" srcOrd="2" destOrd="0" presId="urn:microsoft.com/office/officeart/2008/layout/LinedList"/>
    <dgm:cxn modelId="{05086C09-3701-4333-96B7-937AABC806D6}" type="presParOf" srcId="{160403A0-DFD8-4F49-B212-00657E9E5F00}" destId="{989F7E5B-6058-4EB7-A00A-C2CF540581F0}" srcOrd="3" destOrd="0" presId="urn:microsoft.com/office/officeart/2008/layout/LinedList"/>
    <dgm:cxn modelId="{DC136C26-E67B-4F38-965E-9DE2D745B639}" type="presParOf" srcId="{989F7E5B-6058-4EB7-A00A-C2CF540581F0}" destId="{41778F9E-1505-4867-B6A2-158F4EDF7858}" srcOrd="0" destOrd="0" presId="urn:microsoft.com/office/officeart/2008/layout/LinedList"/>
    <dgm:cxn modelId="{B803B1BD-1F38-41BA-994B-D03E89298419}" type="presParOf" srcId="{989F7E5B-6058-4EB7-A00A-C2CF540581F0}" destId="{0A545E68-FDDA-4900-8F57-2543D3D243B0}" srcOrd="1" destOrd="0" presId="urn:microsoft.com/office/officeart/2008/layout/LinedList"/>
    <dgm:cxn modelId="{E01D419B-51C4-4BDC-920E-6D8E981785A2}" type="presParOf" srcId="{160403A0-DFD8-4F49-B212-00657E9E5F00}" destId="{75B286BA-E25B-40F9-B10C-6C902092199D}" srcOrd="4" destOrd="0" presId="urn:microsoft.com/office/officeart/2008/layout/LinedList"/>
    <dgm:cxn modelId="{BC7C0C32-8B3B-4E8C-82E9-2AE11DD6EADA}" type="presParOf" srcId="{160403A0-DFD8-4F49-B212-00657E9E5F00}" destId="{9C41F980-1F51-486E-8126-C246AD57B667}" srcOrd="5" destOrd="0" presId="urn:microsoft.com/office/officeart/2008/layout/LinedList"/>
    <dgm:cxn modelId="{8B2AF3A2-8363-4588-9C19-C56B5EB8D1E3}" type="presParOf" srcId="{9C41F980-1F51-486E-8126-C246AD57B667}" destId="{2A60D3CC-F464-42E3-B1E3-9A8594442F54}" srcOrd="0" destOrd="0" presId="urn:microsoft.com/office/officeart/2008/layout/LinedList"/>
    <dgm:cxn modelId="{38A1DE13-61E1-42FB-A896-0B1CA6DB61DA}" type="presParOf" srcId="{9C41F980-1F51-486E-8126-C246AD57B667}" destId="{33872463-25D6-4075-95DC-DF66CB92B1FA}" srcOrd="1" destOrd="0" presId="urn:microsoft.com/office/officeart/2008/layout/LinedList"/>
    <dgm:cxn modelId="{3207FCD0-5715-4B84-84C6-21B142647DA4}" type="presParOf" srcId="{160403A0-DFD8-4F49-B212-00657E9E5F00}" destId="{7A78D2C3-5AF5-4BFA-BADB-1F33E10AD341}" srcOrd="6" destOrd="0" presId="urn:microsoft.com/office/officeart/2008/layout/LinedList"/>
    <dgm:cxn modelId="{8522AA35-9676-4CF4-9A6A-333B00ADD9B4}" type="presParOf" srcId="{160403A0-DFD8-4F49-B212-00657E9E5F00}" destId="{8D8456CF-9BFD-4470-8B2E-8C6701110637}" srcOrd="7" destOrd="0" presId="urn:microsoft.com/office/officeart/2008/layout/LinedList"/>
    <dgm:cxn modelId="{B7D09511-42E1-4947-AA5E-11177A2A05D5}" type="presParOf" srcId="{8D8456CF-9BFD-4470-8B2E-8C6701110637}" destId="{9C38D3F8-70AA-4F3D-823E-05AD6F465DC4}" srcOrd="0" destOrd="0" presId="urn:microsoft.com/office/officeart/2008/layout/LinedList"/>
    <dgm:cxn modelId="{E6EF0B94-72E0-42E2-B3E6-958E8D9B53EC}" type="presParOf" srcId="{8D8456CF-9BFD-4470-8B2E-8C6701110637}" destId="{84C99FF4-798F-4ED5-B91E-B805E50E6E9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8C039C-4832-4A98-AAB0-5DACADCC6AF5}">
      <dsp:nvSpPr>
        <dsp:cNvPr id="0" name=""/>
        <dsp:cNvSpPr/>
      </dsp:nvSpPr>
      <dsp:spPr>
        <a:xfrm>
          <a:off x="0" y="689"/>
          <a:ext cx="67976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F2D9F9-5773-4D34-8BAA-2936E0209468}">
      <dsp:nvSpPr>
        <dsp:cNvPr id="0" name=""/>
        <dsp:cNvSpPr/>
      </dsp:nvSpPr>
      <dsp:spPr>
        <a:xfrm>
          <a:off x="0" y="689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File: paydayloan_collections.csv</a:t>
          </a:r>
          <a:endParaRPr lang="en-US" sz="3200" kern="1200"/>
        </a:p>
      </dsp:txBody>
      <dsp:txXfrm>
        <a:off x="0" y="689"/>
        <a:ext cx="6797675" cy="1129706"/>
      </dsp:txXfrm>
    </dsp:sp>
    <dsp:sp modelId="{679A17D6-1D60-43FE-AECF-26687D7EBF61}">
      <dsp:nvSpPr>
        <dsp:cNvPr id="0" name=""/>
        <dsp:cNvSpPr/>
      </dsp:nvSpPr>
      <dsp:spPr>
        <a:xfrm>
          <a:off x="0" y="1130396"/>
          <a:ext cx="6797675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761BE7-5637-443A-80CA-39A42F13075C}">
      <dsp:nvSpPr>
        <dsp:cNvPr id="0" name=""/>
        <dsp:cNvSpPr/>
      </dsp:nvSpPr>
      <dsp:spPr>
        <a:xfrm>
          <a:off x="0" y="1130396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 dirty="0"/>
            <a:t>Rows</a:t>
          </a:r>
          <a:r>
            <a:rPr lang="en-US" sz="3200" b="0" i="0" kern="1200" baseline="0" dirty="0"/>
            <a:t>: 30,000</a:t>
          </a:r>
          <a:endParaRPr lang="en-US" sz="3200" kern="1200" dirty="0"/>
        </a:p>
      </dsp:txBody>
      <dsp:txXfrm>
        <a:off x="0" y="1130396"/>
        <a:ext cx="6797675" cy="1129706"/>
      </dsp:txXfrm>
    </dsp:sp>
    <dsp:sp modelId="{ABF417DE-5562-47C2-9F63-3C782FCC360B}">
      <dsp:nvSpPr>
        <dsp:cNvPr id="0" name=""/>
        <dsp:cNvSpPr/>
      </dsp:nvSpPr>
      <dsp:spPr>
        <a:xfrm>
          <a:off x="0" y="2260102"/>
          <a:ext cx="6797675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EA4663-D133-4A49-8EB5-F56CB2663911}">
      <dsp:nvSpPr>
        <dsp:cNvPr id="0" name=""/>
        <dsp:cNvSpPr/>
      </dsp:nvSpPr>
      <dsp:spPr>
        <a:xfrm>
          <a:off x="0" y="2260102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1" i="0" kern="1200" baseline="0"/>
            <a:t>Columns</a:t>
          </a:r>
          <a:r>
            <a:rPr lang="en-US" sz="3200" b="0" i="0" kern="1200" baseline="0"/>
            <a:t>: 31 (20 numerical, 10 categorical + target)</a:t>
          </a:r>
          <a:endParaRPr lang="en-US" sz="3200" kern="1200"/>
        </a:p>
      </dsp:txBody>
      <dsp:txXfrm>
        <a:off x="0" y="2260102"/>
        <a:ext cx="6797675" cy="1129706"/>
      </dsp:txXfrm>
    </dsp:sp>
    <dsp:sp modelId="{8C9FC692-6107-4546-9124-2EBE7457FC6B}">
      <dsp:nvSpPr>
        <dsp:cNvPr id="0" name=""/>
        <dsp:cNvSpPr/>
      </dsp:nvSpPr>
      <dsp:spPr>
        <a:xfrm>
          <a:off x="0" y="3389809"/>
          <a:ext cx="6797675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FA549A-8D04-41A2-887A-ADC064A5F1FD}">
      <dsp:nvSpPr>
        <dsp:cNvPr id="0" name=""/>
        <dsp:cNvSpPr/>
      </dsp:nvSpPr>
      <dsp:spPr>
        <a:xfrm>
          <a:off x="0" y="3389809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Target: payment → Success or Denied</a:t>
          </a:r>
          <a:endParaRPr lang="en-US" sz="3200" kern="1200"/>
        </a:p>
      </dsp:txBody>
      <dsp:txXfrm>
        <a:off x="0" y="3389809"/>
        <a:ext cx="6797675" cy="1129706"/>
      </dsp:txXfrm>
    </dsp:sp>
    <dsp:sp modelId="{9E8E9309-2925-48CF-B459-779ABC8A3518}">
      <dsp:nvSpPr>
        <dsp:cNvPr id="0" name=""/>
        <dsp:cNvSpPr/>
      </dsp:nvSpPr>
      <dsp:spPr>
        <a:xfrm>
          <a:off x="0" y="4519515"/>
          <a:ext cx="6797675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83E92B-C984-4585-B95C-4F4888C15AF7}">
      <dsp:nvSpPr>
        <dsp:cNvPr id="0" name=""/>
        <dsp:cNvSpPr/>
      </dsp:nvSpPr>
      <dsp:spPr>
        <a:xfrm>
          <a:off x="0" y="4519515"/>
          <a:ext cx="6797675" cy="11297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t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b="0" i="0" kern="1200" baseline="0"/>
            <a:t>No missing values</a:t>
          </a:r>
          <a:endParaRPr lang="en-US" sz="3200" kern="1200"/>
        </a:p>
      </dsp:txBody>
      <dsp:txXfrm>
        <a:off x="0" y="4519515"/>
        <a:ext cx="6797675" cy="11297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113D8D-3037-45BE-8636-4A1FA4DDBD78}">
      <dsp:nvSpPr>
        <dsp:cNvPr id="0" name=""/>
        <dsp:cNvSpPr/>
      </dsp:nvSpPr>
      <dsp:spPr>
        <a:xfrm>
          <a:off x="2625137" y="962"/>
          <a:ext cx="1660112" cy="107907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Categorical encoding: OneHot / Label Encoding</a:t>
          </a:r>
          <a:endParaRPr lang="en-US" sz="1200" kern="1200"/>
        </a:p>
      </dsp:txBody>
      <dsp:txXfrm>
        <a:off x="2677813" y="53638"/>
        <a:ext cx="1554760" cy="973721"/>
      </dsp:txXfrm>
    </dsp:sp>
    <dsp:sp modelId="{15CEC215-6A2E-47F2-A33C-6F60956C0D8A}">
      <dsp:nvSpPr>
        <dsp:cNvPr id="0" name=""/>
        <dsp:cNvSpPr/>
      </dsp:nvSpPr>
      <dsp:spPr>
        <a:xfrm>
          <a:off x="1299818" y="540498"/>
          <a:ext cx="4310750" cy="4310750"/>
        </a:xfrm>
        <a:custGeom>
          <a:avLst/>
          <a:gdLst/>
          <a:ahLst/>
          <a:cxnLst/>
          <a:rect l="0" t="0" r="0" b="0"/>
          <a:pathLst>
            <a:path>
              <a:moveTo>
                <a:pt x="2996829" y="171037"/>
              </a:moveTo>
              <a:arcTo wR="2155375" hR="2155375" stAng="17578756" swAng="1960918"/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E92A55-097F-4EC8-946F-3392F233DD0F}">
      <dsp:nvSpPr>
        <dsp:cNvPr id="0" name=""/>
        <dsp:cNvSpPr/>
      </dsp:nvSpPr>
      <dsp:spPr>
        <a:xfrm>
          <a:off x="4675020" y="1490289"/>
          <a:ext cx="1660112" cy="1079073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Numerical scaling: StandardScaler</a:t>
          </a:r>
          <a:endParaRPr lang="en-US" sz="1200" kern="1200"/>
        </a:p>
      </dsp:txBody>
      <dsp:txXfrm>
        <a:off x="4727696" y="1542965"/>
        <a:ext cx="1554760" cy="973721"/>
      </dsp:txXfrm>
    </dsp:sp>
    <dsp:sp modelId="{73C36D51-E7BE-4C0A-8D0D-B688FA61BBEC}">
      <dsp:nvSpPr>
        <dsp:cNvPr id="0" name=""/>
        <dsp:cNvSpPr/>
      </dsp:nvSpPr>
      <dsp:spPr>
        <a:xfrm>
          <a:off x="1299818" y="540498"/>
          <a:ext cx="4310750" cy="4310750"/>
        </a:xfrm>
        <a:custGeom>
          <a:avLst/>
          <a:gdLst/>
          <a:ahLst/>
          <a:cxnLst/>
          <a:rect l="0" t="0" r="0" b="0"/>
          <a:pathLst>
            <a:path>
              <a:moveTo>
                <a:pt x="4307799" y="2042638"/>
              </a:moveTo>
              <a:arcTo wR="2155375" hR="2155375" stAng="21420108" swAng="2195826"/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63AA9B-7127-47B3-83A6-7173DF6AFF29}">
      <dsp:nvSpPr>
        <dsp:cNvPr id="0" name=""/>
        <dsp:cNvSpPr/>
      </dsp:nvSpPr>
      <dsp:spPr>
        <a:xfrm>
          <a:off x="3892034" y="3900072"/>
          <a:ext cx="1660112" cy="1079073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Implemented via </a:t>
          </a:r>
          <a:r>
            <a:rPr lang="en-US" sz="1200" b="1" i="0" kern="1200" baseline="0"/>
            <a:t>scikit-learn Pipeline</a:t>
          </a:r>
          <a:endParaRPr lang="en-US" sz="1200" kern="1200"/>
        </a:p>
      </dsp:txBody>
      <dsp:txXfrm>
        <a:off x="3944710" y="3952748"/>
        <a:ext cx="1554760" cy="973721"/>
      </dsp:txXfrm>
    </dsp:sp>
    <dsp:sp modelId="{BFEF2353-EA9E-4595-ABEB-6DC6CF249EBB}">
      <dsp:nvSpPr>
        <dsp:cNvPr id="0" name=""/>
        <dsp:cNvSpPr/>
      </dsp:nvSpPr>
      <dsp:spPr>
        <a:xfrm>
          <a:off x="1299818" y="540498"/>
          <a:ext cx="4310750" cy="4310750"/>
        </a:xfrm>
        <a:custGeom>
          <a:avLst/>
          <a:gdLst/>
          <a:ahLst/>
          <a:cxnLst/>
          <a:rect l="0" t="0" r="0" b="0"/>
          <a:pathLst>
            <a:path>
              <a:moveTo>
                <a:pt x="2583657" y="4267770"/>
              </a:moveTo>
              <a:arcTo wR="2155375" hR="2155375" stAng="4712328" swAng="1375344"/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8B156B-4F5A-4D45-A502-317F60173220}">
      <dsp:nvSpPr>
        <dsp:cNvPr id="0" name=""/>
        <dsp:cNvSpPr/>
      </dsp:nvSpPr>
      <dsp:spPr>
        <a:xfrm>
          <a:off x="1358239" y="3900072"/>
          <a:ext cx="1660112" cy="1079073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Custom Transformers:</a:t>
          </a:r>
          <a:endParaRPr lang="en-US" sz="1200" kern="1200"/>
        </a:p>
      </dsp:txBody>
      <dsp:txXfrm>
        <a:off x="1410915" y="3952748"/>
        <a:ext cx="1554760" cy="973721"/>
      </dsp:txXfrm>
    </dsp:sp>
    <dsp:sp modelId="{5F98E845-28F7-4846-A909-D62855C168E8}">
      <dsp:nvSpPr>
        <dsp:cNvPr id="0" name=""/>
        <dsp:cNvSpPr/>
      </dsp:nvSpPr>
      <dsp:spPr>
        <a:xfrm>
          <a:off x="1299818" y="540498"/>
          <a:ext cx="4310750" cy="4310750"/>
        </a:xfrm>
        <a:custGeom>
          <a:avLst/>
          <a:gdLst/>
          <a:ahLst/>
          <a:cxnLst/>
          <a:rect l="0" t="0" r="0" b="0"/>
          <a:pathLst>
            <a:path>
              <a:moveTo>
                <a:pt x="360094" y="3348106"/>
              </a:moveTo>
              <a:arcTo wR="2155375" hR="2155375" stAng="8784066" swAng="2195826"/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4AEBD4-76ED-4A5A-A7EC-9208CCDBC691}">
      <dsp:nvSpPr>
        <dsp:cNvPr id="0" name=""/>
        <dsp:cNvSpPr/>
      </dsp:nvSpPr>
      <dsp:spPr>
        <a:xfrm>
          <a:off x="575253" y="1490289"/>
          <a:ext cx="1660112" cy="1079073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0" i="0" kern="1200" baseline="0"/>
            <a:t>VarSelector, DataFrameImputer, get_dummies_Pipe</a:t>
          </a:r>
          <a:endParaRPr lang="en-US" sz="1200" kern="1200"/>
        </a:p>
      </dsp:txBody>
      <dsp:txXfrm>
        <a:off x="627929" y="1542965"/>
        <a:ext cx="1554760" cy="973721"/>
      </dsp:txXfrm>
    </dsp:sp>
    <dsp:sp modelId="{C524410F-F6A5-474D-B7E7-2FB13CC1F6AF}">
      <dsp:nvSpPr>
        <dsp:cNvPr id="0" name=""/>
        <dsp:cNvSpPr/>
      </dsp:nvSpPr>
      <dsp:spPr>
        <a:xfrm>
          <a:off x="1299818" y="540498"/>
          <a:ext cx="4310750" cy="4310750"/>
        </a:xfrm>
        <a:custGeom>
          <a:avLst/>
          <a:gdLst/>
          <a:ahLst/>
          <a:cxnLst/>
          <a:rect l="0" t="0" r="0" b="0"/>
          <a:pathLst>
            <a:path>
              <a:moveTo>
                <a:pt x="375645" y="939560"/>
              </a:moveTo>
              <a:arcTo wR="2155375" hR="2155375" stAng="12860326" swAng="1960918"/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72FA4D-5FA5-4DF7-B294-C9C9FFF3F246}">
      <dsp:nvSpPr>
        <dsp:cNvPr id="0" name=""/>
        <dsp:cNvSpPr/>
      </dsp:nvSpPr>
      <dsp:spPr>
        <a:xfrm>
          <a:off x="2946" y="1113970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A182D8-E524-4BE2-9C18-7F20DA5635DF}">
      <dsp:nvSpPr>
        <dsp:cNvPr id="0" name=""/>
        <dsp:cNvSpPr/>
      </dsp:nvSpPr>
      <dsp:spPr>
        <a:xfrm>
          <a:off x="236726" y="1336061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Accuracy</a:t>
          </a:r>
          <a:r>
            <a:rPr lang="en-US" sz="1800" b="0" i="0" kern="1200" baseline="0"/>
            <a:t>: Not reliable due to class imbalance</a:t>
          </a:r>
          <a:endParaRPr lang="en-US" sz="1800" kern="1200"/>
        </a:p>
      </dsp:txBody>
      <dsp:txXfrm>
        <a:off x="275858" y="1375193"/>
        <a:ext cx="2025748" cy="1257784"/>
      </dsp:txXfrm>
    </dsp:sp>
    <dsp:sp modelId="{21BA3FE3-4A6F-437D-B1D4-3732478385F6}">
      <dsp:nvSpPr>
        <dsp:cNvPr id="0" name=""/>
        <dsp:cNvSpPr/>
      </dsp:nvSpPr>
      <dsp:spPr>
        <a:xfrm>
          <a:off x="2574518" y="1113970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D95265-BFEE-4BD9-8AD9-880AC28E55C9}">
      <dsp:nvSpPr>
        <dsp:cNvPr id="0" name=""/>
        <dsp:cNvSpPr/>
      </dsp:nvSpPr>
      <dsp:spPr>
        <a:xfrm>
          <a:off x="2808297" y="1336061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F1-score</a:t>
          </a:r>
          <a:r>
            <a:rPr lang="en-US" sz="1800" b="0" i="0" kern="1200" baseline="0"/>
            <a:t>: Main metric</a:t>
          </a:r>
          <a:endParaRPr lang="en-US" sz="1800" kern="1200"/>
        </a:p>
      </dsp:txBody>
      <dsp:txXfrm>
        <a:off x="2847429" y="1375193"/>
        <a:ext cx="2025748" cy="1257784"/>
      </dsp:txXfrm>
    </dsp:sp>
    <dsp:sp modelId="{51A619DB-061C-445A-9267-71EB8B00A6D0}">
      <dsp:nvSpPr>
        <dsp:cNvPr id="0" name=""/>
        <dsp:cNvSpPr/>
      </dsp:nvSpPr>
      <dsp:spPr>
        <a:xfrm>
          <a:off x="5146089" y="1113970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94C8A4-4CA3-4851-B3A3-CA25B0FFDBDB}">
      <dsp:nvSpPr>
        <dsp:cNvPr id="0" name=""/>
        <dsp:cNvSpPr/>
      </dsp:nvSpPr>
      <dsp:spPr>
        <a:xfrm>
          <a:off x="5379868" y="1336061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ROC AUC</a:t>
          </a:r>
          <a:r>
            <a:rPr lang="en-US" sz="1800" b="0" i="0" kern="1200" baseline="0"/>
            <a:t>: Model discrimination ability</a:t>
          </a:r>
          <a:endParaRPr lang="en-US" sz="1800" kern="1200"/>
        </a:p>
      </dsp:txBody>
      <dsp:txXfrm>
        <a:off x="5419000" y="1375193"/>
        <a:ext cx="2025748" cy="1257784"/>
      </dsp:txXfrm>
    </dsp:sp>
    <dsp:sp modelId="{7C1067CA-8454-4508-90AC-5FB1711BC964}">
      <dsp:nvSpPr>
        <dsp:cNvPr id="0" name=""/>
        <dsp:cNvSpPr/>
      </dsp:nvSpPr>
      <dsp:spPr>
        <a:xfrm>
          <a:off x="7717661" y="1113970"/>
          <a:ext cx="2104012" cy="133604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D008B7-DFBB-419C-B0A7-66B0EE9DF6F1}">
      <dsp:nvSpPr>
        <dsp:cNvPr id="0" name=""/>
        <dsp:cNvSpPr/>
      </dsp:nvSpPr>
      <dsp:spPr>
        <a:xfrm>
          <a:off x="7951440" y="1336061"/>
          <a:ext cx="2104012" cy="133604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i="0" kern="1200" baseline="0"/>
            <a:t>Confusion Matrix</a:t>
          </a:r>
          <a:r>
            <a:rPr lang="en-US" sz="1800" b="0" i="0" kern="1200" baseline="0"/>
            <a:t>: Visualize performance breakdown</a:t>
          </a:r>
          <a:endParaRPr lang="en-US" sz="1800" kern="1200"/>
        </a:p>
      </dsp:txBody>
      <dsp:txXfrm>
        <a:off x="7990572" y="1375193"/>
        <a:ext cx="2025748" cy="125778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BCFAFE-0BC0-4414-A935-88A30109F78E}">
      <dsp:nvSpPr>
        <dsp:cNvPr id="0" name=""/>
        <dsp:cNvSpPr/>
      </dsp:nvSpPr>
      <dsp:spPr>
        <a:xfrm>
          <a:off x="0" y="441"/>
          <a:ext cx="1090047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11AE5E-9D0A-47AB-A591-5A9B7AA44010}">
      <dsp:nvSpPr>
        <dsp:cNvPr id="0" name=""/>
        <dsp:cNvSpPr/>
      </dsp:nvSpPr>
      <dsp:spPr>
        <a:xfrm>
          <a:off x="0" y="441"/>
          <a:ext cx="10900477" cy="72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 baseline="0" dirty="0"/>
            <a:t>Best Model:</a:t>
          </a:r>
          <a:r>
            <a:rPr lang="en-US" sz="3300" b="0" i="0" kern="1200" baseline="0" dirty="0"/>
            <a:t> </a:t>
          </a:r>
          <a:r>
            <a:rPr lang="en-US" sz="3300" b="0" i="0" kern="1200" baseline="0" dirty="0" err="1"/>
            <a:t>LightGBM</a:t>
          </a:r>
          <a:endParaRPr lang="en-US" sz="3300" kern="1200" dirty="0"/>
        </a:p>
      </dsp:txBody>
      <dsp:txXfrm>
        <a:off x="0" y="441"/>
        <a:ext cx="10900477" cy="723671"/>
      </dsp:txXfrm>
    </dsp:sp>
    <dsp:sp modelId="{46658B18-1B1E-4E8F-B908-5CE6AD57CD37}">
      <dsp:nvSpPr>
        <dsp:cNvPr id="0" name=""/>
        <dsp:cNvSpPr/>
      </dsp:nvSpPr>
      <dsp:spPr>
        <a:xfrm>
          <a:off x="0" y="724113"/>
          <a:ext cx="1090047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96548-44A7-44D7-82C0-6B60E62061CD}">
      <dsp:nvSpPr>
        <dsp:cNvPr id="0" name=""/>
        <dsp:cNvSpPr/>
      </dsp:nvSpPr>
      <dsp:spPr>
        <a:xfrm>
          <a:off x="0" y="724113"/>
          <a:ext cx="10900477" cy="72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F1-score: Highest</a:t>
          </a:r>
          <a:endParaRPr lang="en-US" sz="3300" kern="1200"/>
        </a:p>
      </dsp:txBody>
      <dsp:txXfrm>
        <a:off x="0" y="724113"/>
        <a:ext cx="10900477" cy="723671"/>
      </dsp:txXfrm>
    </dsp:sp>
    <dsp:sp modelId="{E9D1EC07-9F31-48B6-A762-2183151665A2}">
      <dsp:nvSpPr>
        <dsp:cNvPr id="0" name=""/>
        <dsp:cNvSpPr/>
      </dsp:nvSpPr>
      <dsp:spPr>
        <a:xfrm>
          <a:off x="0" y="1447785"/>
          <a:ext cx="1090047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8AFA26-A2A7-4CAE-AAC8-2AE297C349CC}">
      <dsp:nvSpPr>
        <dsp:cNvPr id="0" name=""/>
        <dsp:cNvSpPr/>
      </dsp:nvSpPr>
      <dsp:spPr>
        <a:xfrm>
          <a:off x="0" y="1447785"/>
          <a:ext cx="10900477" cy="72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ROC AUC: ~ 0.90</a:t>
          </a:r>
          <a:endParaRPr lang="en-US" sz="3300" kern="1200"/>
        </a:p>
      </dsp:txBody>
      <dsp:txXfrm>
        <a:off x="0" y="1447785"/>
        <a:ext cx="10900477" cy="723671"/>
      </dsp:txXfrm>
    </dsp:sp>
    <dsp:sp modelId="{9772846C-2FE8-46F6-9313-17F81B80701B}">
      <dsp:nvSpPr>
        <dsp:cNvPr id="0" name=""/>
        <dsp:cNvSpPr/>
      </dsp:nvSpPr>
      <dsp:spPr>
        <a:xfrm>
          <a:off x="0" y="2171456"/>
          <a:ext cx="1090047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48E8B-9F29-4D36-87BD-938339539A26}">
      <dsp:nvSpPr>
        <dsp:cNvPr id="0" name=""/>
        <dsp:cNvSpPr/>
      </dsp:nvSpPr>
      <dsp:spPr>
        <a:xfrm>
          <a:off x="0" y="2171456"/>
          <a:ext cx="10900477" cy="72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 baseline="0"/>
            <a:t>Runner-ups:</a:t>
          </a:r>
          <a:r>
            <a:rPr lang="en-US" sz="3300" b="0" i="0" kern="1200" baseline="0"/>
            <a:t> XGBoost, CatBoost</a:t>
          </a:r>
          <a:endParaRPr lang="en-US" sz="3300" kern="1200"/>
        </a:p>
      </dsp:txBody>
      <dsp:txXfrm>
        <a:off x="0" y="2171456"/>
        <a:ext cx="10900477" cy="723671"/>
      </dsp:txXfrm>
    </dsp:sp>
    <dsp:sp modelId="{B2836C11-087D-4347-80A8-7E891AE4D536}">
      <dsp:nvSpPr>
        <dsp:cNvPr id="0" name=""/>
        <dsp:cNvSpPr/>
      </dsp:nvSpPr>
      <dsp:spPr>
        <a:xfrm>
          <a:off x="0" y="2895128"/>
          <a:ext cx="10900477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BE2987-D1DC-4F23-B525-0765178C27BA}">
      <dsp:nvSpPr>
        <dsp:cNvPr id="0" name=""/>
        <dsp:cNvSpPr/>
      </dsp:nvSpPr>
      <dsp:spPr>
        <a:xfrm>
          <a:off x="0" y="2895128"/>
          <a:ext cx="10900477" cy="72367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0" i="0" kern="1200" baseline="0"/>
            <a:t>Ensemble models outperformed traditional models</a:t>
          </a:r>
          <a:endParaRPr lang="en-US" sz="3300" kern="1200"/>
        </a:p>
      </dsp:txBody>
      <dsp:txXfrm>
        <a:off x="0" y="2895128"/>
        <a:ext cx="10900477" cy="72367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E46F98-8E94-466E-809D-BFABBF936AB3}">
      <dsp:nvSpPr>
        <dsp:cNvPr id="0" name=""/>
        <dsp:cNvSpPr/>
      </dsp:nvSpPr>
      <dsp:spPr>
        <a:xfrm>
          <a:off x="458193" y="1355712"/>
          <a:ext cx="1235250" cy="123525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BA1486-0C2B-4374-9765-93B7C6A45E57}">
      <dsp:nvSpPr>
        <dsp:cNvPr id="0" name=""/>
        <dsp:cNvSpPr/>
      </dsp:nvSpPr>
      <dsp:spPr>
        <a:xfrm>
          <a:off x="721443" y="1618962"/>
          <a:ext cx="708750" cy="7087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B9A490-D9E5-44E1-8347-D70CFBCAE455}">
      <dsp:nvSpPr>
        <dsp:cNvPr id="0" name=""/>
        <dsp:cNvSpPr/>
      </dsp:nvSpPr>
      <dsp:spPr>
        <a:xfrm>
          <a:off x="63318" y="2975712"/>
          <a:ext cx="20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/>
            <a:t>Ensemble methods (LightGBM, XGBoost) are best suited for this task</a:t>
          </a:r>
          <a:endParaRPr lang="en-US" sz="1100" kern="1200"/>
        </a:p>
      </dsp:txBody>
      <dsp:txXfrm>
        <a:off x="63318" y="2975712"/>
        <a:ext cx="2025000" cy="720000"/>
      </dsp:txXfrm>
    </dsp:sp>
    <dsp:sp modelId="{ACB688A8-8E4C-4E73-9B39-8C4F08B6750C}">
      <dsp:nvSpPr>
        <dsp:cNvPr id="0" name=""/>
        <dsp:cNvSpPr/>
      </dsp:nvSpPr>
      <dsp:spPr>
        <a:xfrm>
          <a:off x="2837568" y="1355712"/>
          <a:ext cx="1235250" cy="123525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9710B3-C0BE-4279-B6C4-DE8CED32BC26}">
      <dsp:nvSpPr>
        <dsp:cNvPr id="0" name=""/>
        <dsp:cNvSpPr/>
      </dsp:nvSpPr>
      <dsp:spPr>
        <a:xfrm>
          <a:off x="3100818" y="1618962"/>
          <a:ext cx="708750" cy="7087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40DE9B-4916-48D9-B681-B0F237F1854D}">
      <dsp:nvSpPr>
        <dsp:cNvPr id="0" name=""/>
        <dsp:cNvSpPr/>
      </dsp:nvSpPr>
      <dsp:spPr>
        <a:xfrm>
          <a:off x="2442693" y="2975712"/>
          <a:ext cx="20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/>
            <a:t>Custom preprocessing and threshold tuning greatly improved performance</a:t>
          </a:r>
          <a:endParaRPr lang="en-US" sz="1100" kern="1200"/>
        </a:p>
      </dsp:txBody>
      <dsp:txXfrm>
        <a:off x="2442693" y="2975712"/>
        <a:ext cx="2025000" cy="720000"/>
      </dsp:txXfrm>
    </dsp:sp>
    <dsp:sp modelId="{1AFF0CF7-3F5E-4FF4-A3E0-F1F2FE4C9997}">
      <dsp:nvSpPr>
        <dsp:cNvPr id="0" name=""/>
        <dsp:cNvSpPr/>
      </dsp:nvSpPr>
      <dsp:spPr>
        <a:xfrm>
          <a:off x="5216943" y="1355712"/>
          <a:ext cx="1235250" cy="1235250"/>
        </a:xfrm>
        <a:prstGeom prst="round2DiagRect">
          <a:avLst>
            <a:gd name="adj1" fmla="val 29727"/>
            <a:gd name="adj2" fmla="val 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CFC3EE-BE42-4152-885C-8317B5DE173F}">
      <dsp:nvSpPr>
        <dsp:cNvPr id="0" name=""/>
        <dsp:cNvSpPr/>
      </dsp:nvSpPr>
      <dsp:spPr>
        <a:xfrm>
          <a:off x="5480193" y="1618962"/>
          <a:ext cx="708750" cy="7087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ECF7A-5C71-42CE-86E3-C36A3303EBDE}">
      <dsp:nvSpPr>
        <dsp:cNvPr id="0" name=""/>
        <dsp:cNvSpPr/>
      </dsp:nvSpPr>
      <dsp:spPr>
        <a:xfrm>
          <a:off x="4822068" y="2975712"/>
          <a:ext cx="2025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b="0" i="0" kern="1200" baseline="0"/>
            <a:t>Machine learning is highly effective in credit risk analysis</a:t>
          </a:r>
          <a:endParaRPr lang="en-US" sz="1100" kern="1200"/>
        </a:p>
      </dsp:txBody>
      <dsp:txXfrm>
        <a:off x="4822068" y="2975712"/>
        <a:ext cx="2025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9D942A-426C-4B1C-929D-E1ED11B043A4}">
      <dsp:nvSpPr>
        <dsp:cNvPr id="0" name=""/>
        <dsp:cNvSpPr/>
      </dsp:nvSpPr>
      <dsp:spPr>
        <a:xfrm>
          <a:off x="0" y="0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A454EF-54AB-40C4-93F9-85E85A1E68F6}">
      <dsp:nvSpPr>
        <dsp:cNvPr id="0" name=""/>
        <dsp:cNvSpPr/>
      </dsp:nvSpPr>
      <dsp:spPr>
        <a:xfrm>
          <a:off x="0" y="0"/>
          <a:ext cx="10058399" cy="940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Use SHAP / LIME for explainability</a:t>
          </a:r>
          <a:endParaRPr lang="en-US" sz="3100" kern="1200"/>
        </a:p>
      </dsp:txBody>
      <dsp:txXfrm>
        <a:off x="0" y="0"/>
        <a:ext cx="10058399" cy="940222"/>
      </dsp:txXfrm>
    </dsp:sp>
    <dsp:sp modelId="{9A9CB4FF-8C9F-4BCB-80A8-ECC4C8C25D79}">
      <dsp:nvSpPr>
        <dsp:cNvPr id="0" name=""/>
        <dsp:cNvSpPr/>
      </dsp:nvSpPr>
      <dsp:spPr>
        <a:xfrm>
          <a:off x="0" y="940222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778F9E-1505-4867-B6A2-158F4EDF7858}">
      <dsp:nvSpPr>
        <dsp:cNvPr id="0" name=""/>
        <dsp:cNvSpPr/>
      </dsp:nvSpPr>
      <dsp:spPr>
        <a:xfrm>
          <a:off x="0" y="940222"/>
          <a:ext cx="10058399" cy="940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Add new features: credit score, employment history</a:t>
          </a:r>
          <a:endParaRPr lang="en-US" sz="3100" kern="1200"/>
        </a:p>
      </dsp:txBody>
      <dsp:txXfrm>
        <a:off x="0" y="940222"/>
        <a:ext cx="10058399" cy="940222"/>
      </dsp:txXfrm>
    </dsp:sp>
    <dsp:sp modelId="{75B286BA-E25B-40F9-B10C-6C902092199D}">
      <dsp:nvSpPr>
        <dsp:cNvPr id="0" name=""/>
        <dsp:cNvSpPr/>
      </dsp:nvSpPr>
      <dsp:spPr>
        <a:xfrm>
          <a:off x="0" y="1880445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60D3CC-F464-42E3-B1E3-9A8594442F54}">
      <dsp:nvSpPr>
        <dsp:cNvPr id="0" name=""/>
        <dsp:cNvSpPr/>
      </dsp:nvSpPr>
      <dsp:spPr>
        <a:xfrm>
          <a:off x="0" y="1880445"/>
          <a:ext cx="10058399" cy="940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Real-time prediction deployment</a:t>
          </a:r>
          <a:endParaRPr lang="en-US" sz="3100" kern="1200"/>
        </a:p>
      </dsp:txBody>
      <dsp:txXfrm>
        <a:off x="0" y="1880445"/>
        <a:ext cx="10058399" cy="940222"/>
      </dsp:txXfrm>
    </dsp:sp>
    <dsp:sp modelId="{7A78D2C3-5AF5-4BFA-BADB-1F33E10AD341}">
      <dsp:nvSpPr>
        <dsp:cNvPr id="0" name=""/>
        <dsp:cNvSpPr/>
      </dsp:nvSpPr>
      <dsp:spPr>
        <a:xfrm>
          <a:off x="0" y="2820668"/>
          <a:ext cx="10058399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38D3F8-70AA-4F3D-823E-05AD6F465DC4}">
      <dsp:nvSpPr>
        <dsp:cNvPr id="0" name=""/>
        <dsp:cNvSpPr/>
      </dsp:nvSpPr>
      <dsp:spPr>
        <a:xfrm>
          <a:off x="0" y="2820668"/>
          <a:ext cx="10058399" cy="9402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0" i="0" kern="1200" baseline="0"/>
            <a:t>Handle data drift and retraining</a:t>
          </a:r>
          <a:endParaRPr lang="en-US" sz="3100" kern="1200"/>
        </a:p>
      </dsp:txBody>
      <dsp:txXfrm>
        <a:off x="0" y="2820668"/>
        <a:ext cx="10058399" cy="94022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8AF957-DFD5-4AA0-83A7-F96AC354D23D}" type="datetimeFigureOut">
              <a:rPr lang="en-IN" smtClean="0"/>
              <a:t>29-07-2025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326322-F0CF-4395-900B-3E310E54F3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249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918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5896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940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5828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7850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079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8174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2062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672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07068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272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7/29/2025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8554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2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2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>
            <a:extLst>
              <a:ext uri="{FF2B5EF4-FFF2-40B4-BE49-F238E27FC236}">
                <a16:creationId xmlns:a16="http://schemas.microsoft.com/office/drawing/2014/main" id="{39E3965E-AC41-4711-9D10-E25ABB132D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1F5DC8C3-BA5F-4EED-BB9A-A14272BD82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4C869C3B-5565-4AAC-86A8-9EB0AB1C6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E2C744D-0335-1D10-B14A-1CDA63C2F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463" y="4461165"/>
            <a:ext cx="10909073" cy="1447062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en-US" sz="49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Payday Loan Defaulter Prediction Using Machine Learning</a:t>
            </a:r>
            <a:br>
              <a:rPr lang="en-US" sz="49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2800" b="1" i="0" dirty="0">
                <a:solidFill>
                  <a:srgbClr val="92D050"/>
                </a:solidFill>
                <a:effectLst/>
                <a:latin typeface="-apple-system"/>
              </a:rPr>
              <a:t>CIS 550: Advanced Machine Learning</a:t>
            </a:r>
            <a:br>
              <a:rPr lang="en-US" sz="2800" b="1" i="0" dirty="0">
                <a:solidFill>
                  <a:srgbClr val="92D050"/>
                </a:solidFill>
                <a:effectLst/>
                <a:latin typeface="-apple-system"/>
              </a:rPr>
            </a:br>
            <a:r>
              <a:rPr lang="en-US" sz="2800" b="1" i="0" dirty="0">
                <a:solidFill>
                  <a:schemeClr val="tx1"/>
                </a:solidFill>
                <a:effectLst/>
                <a:latin typeface="-apple-system"/>
              </a:rPr>
              <a:t>NIKHILESH NARKHEDE (02196141)</a:t>
            </a:r>
            <a:r>
              <a:rPr lang="en-US" sz="2800" b="1" dirty="0">
                <a:solidFill>
                  <a:schemeClr val="tx1"/>
                </a:solidFill>
                <a:latin typeface="-apple-system"/>
              </a:rPr>
              <a:t>.</a:t>
            </a:r>
            <a:br>
              <a:rPr lang="en-US" sz="2800" b="1" dirty="0">
                <a:solidFill>
                  <a:schemeClr val="tx1"/>
                </a:solidFill>
                <a:latin typeface="-apple-system"/>
              </a:rPr>
            </a:br>
            <a:r>
              <a:rPr lang="en-US" sz="2800" b="1" dirty="0">
                <a:solidFill>
                  <a:schemeClr val="tx1"/>
                </a:solidFill>
                <a:latin typeface="-apple-system"/>
              </a:rPr>
              <a:t>Group No : 01</a:t>
            </a:r>
            <a:br>
              <a:rPr lang="en-US" sz="2800" b="1" dirty="0">
                <a:solidFill>
                  <a:schemeClr val="tx1"/>
                </a:solidFill>
                <a:latin typeface="-apple-system"/>
              </a:rPr>
            </a:br>
            <a:endParaRPr lang="en-US" sz="6000" b="1" dirty="0">
              <a:solidFill>
                <a:schemeClr val="tx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61F5F9-841F-928A-6E63-406F6539E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963561"/>
          </a:xfrm>
          <a:prstGeom prst="rect">
            <a:avLst/>
          </a:prstGeom>
        </p:spPr>
      </p:pic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F41136EC-EC34-4D08-B5AB-8CE5870B1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752600" y="5415653"/>
            <a:ext cx="86868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064CBAAB-7956-4763-9F69-A3FDBF1AC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494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40ADA4-F950-B783-89C1-9AA3EA2FAD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0BAFBD-7200-9198-1233-73103D878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963561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7C2024A-318A-7557-9352-97F1D0401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Goal:</a:t>
            </a:r>
            <a:br>
              <a:rPr lang="en-US" dirty="0"/>
            </a:br>
            <a:r>
              <a:rPr lang="en-US" dirty="0"/>
              <a:t>To predict whether a payday loan applicant will </a:t>
            </a:r>
            <a:r>
              <a:rPr lang="en-US" b="1" dirty="0"/>
              <a:t>default</a:t>
            </a:r>
            <a:r>
              <a:rPr lang="en-US" dirty="0"/>
              <a:t> (Denied) or </a:t>
            </a:r>
            <a:r>
              <a:rPr lang="en-US" b="1" dirty="0"/>
              <a:t>repay successfully</a:t>
            </a:r>
            <a:r>
              <a:rPr lang="en-US" dirty="0"/>
              <a:t> (Success) using historical borrower data.</a:t>
            </a:r>
          </a:p>
          <a:p>
            <a:r>
              <a:rPr lang="en-US" b="1" dirty="0"/>
              <a:t>Challenges Addressed:</a:t>
            </a:r>
            <a:endParaRPr lang="en-US" dirty="0"/>
          </a:p>
          <a:p>
            <a:r>
              <a:rPr lang="en-US" b="1" dirty="0"/>
              <a:t>Class Imbalance</a:t>
            </a:r>
            <a:r>
              <a:rPr lang="en-US" dirty="0"/>
              <a:t>: Default cases are more frequent than successful repayments.</a:t>
            </a:r>
          </a:p>
          <a:p>
            <a:r>
              <a:rPr lang="en-US" b="1" dirty="0"/>
              <a:t>Mixed Data Types</a:t>
            </a:r>
            <a:r>
              <a:rPr lang="en-US" dirty="0"/>
              <a:t>: Includes both numerical and categorical features.</a:t>
            </a:r>
          </a:p>
          <a:p>
            <a:r>
              <a:rPr lang="en-US" b="1" dirty="0"/>
              <a:t>Threshold Optimization</a:t>
            </a:r>
            <a:r>
              <a:rPr lang="en-US" dirty="0"/>
              <a:t>: Standard 0.5 cutoff may not yield the best F1-score.</a:t>
            </a:r>
          </a:p>
          <a:p>
            <a:r>
              <a:rPr lang="en-US" b="1" dirty="0"/>
              <a:t>Why It Matters:</a:t>
            </a:r>
            <a:br>
              <a:rPr lang="en-US" dirty="0"/>
            </a:br>
            <a:r>
              <a:rPr lang="en-US" dirty="0"/>
              <a:t>Accurate predictions help lenders reduce financial risk by identifying high-risk applicants before issuing loans.</a:t>
            </a:r>
          </a:p>
        </p:txBody>
      </p:sp>
    </p:spTree>
    <p:extLst>
      <p:ext uri="{BB962C8B-B14F-4D97-AF65-F5344CB8AC3E}">
        <p14:creationId xmlns:p14="http://schemas.microsoft.com/office/powerpoint/2010/main" val="2880712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A87FBE-8775-DB8D-5F66-49730C8FB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9635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522613B-3138-4D7B-998C-D982AE7A30E6}"/>
              </a:ext>
            </a:extLst>
          </p:cNvPr>
          <p:cNvSpPr txBox="1"/>
          <p:nvPr/>
        </p:nvSpPr>
        <p:spPr>
          <a:xfrm>
            <a:off x="0" y="963560"/>
            <a:ext cx="27038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Workflow</a:t>
            </a:r>
            <a:endParaRPr lang="en-IN" sz="24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0355A56-8EDE-06B6-335F-27E19F5120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62414"/>
            <a:ext cx="12192000" cy="733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38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094AEE-A9E4-CBE2-E135-C55771081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E1530B0-6F96-46C0-8B3E-3215CB756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963561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4910CF-1B56-45D3-960A-E89F7B3B91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963561"/>
            <a:ext cx="4050791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522C544-DB6D-A3FD-4848-C2388A65D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1480396"/>
            <a:ext cx="3084844" cy="577284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>
                <a:solidFill>
                  <a:schemeClr val="bg1"/>
                </a:solidFill>
              </a:rPr>
              <a:t>Dataset Overview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04C442-FE60-D539-2697-90F890479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963561"/>
          </a:xfrm>
          <a:prstGeom prst="rect">
            <a:avLst/>
          </a:prstGeom>
        </p:spPr>
      </p:pic>
      <p:graphicFrame>
        <p:nvGraphicFramePr>
          <p:cNvPr id="17" name="Rectangle 2">
            <a:extLst>
              <a:ext uri="{FF2B5EF4-FFF2-40B4-BE49-F238E27FC236}">
                <a16:creationId xmlns:a16="http://schemas.microsoft.com/office/drawing/2014/main" id="{97BD5B35-3877-363D-2DA4-C115565680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00215336"/>
              </p:ext>
            </p:extLst>
          </p:nvPr>
        </p:nvGraphicFramePr>
        <p:xfrm>
          <a:off x="4742357" y="1208088"/>
          <a:ext cx="6797675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152348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CD765D-9BF0-0EA5-D08D-46C1964E3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03E59AE-44F8-4FB9-BF05-C888FE3E1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3561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A7A65C21-2B88-1657-6DFA-A40AAA5B3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9" y="1598507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IN" sz="3700"/>
              <a:t>Preprocessing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35022" y="2754859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8B6B14AE-589A-45CC-A30D-41995FC1F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64361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911733-0E1E-5A3C-D7FF-8D35AD9B9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963561"/>
          </a:xfrm>
          <a:prstGeom prst="rect">
            <a:avLst/>
          </a:prstGeom>
        </p:spPr>
      </p:pic>
      <p:graphicFrame>
        <p:nvGraphicFramePr>
          <p:cNvPr id="14" name="Rectangle 4">
            <a:extLst>
              <a:ext uri="{FF2B5EF4-FFF2-40B4-BE49-F238E27FC236}">
                <a16:creationId xmlns:a16="http://schemas.microsoft.com/office/drawing/2014/main" id="{8F81A8BC-90C3-ABB4-4448-AE9A9B131C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827474"/>
              </p:ext>
            </p:extLst>
          </p:nvPr>
        </p:nvGraphicFramePr>
        <p:xfrm>
          <a:off x="4655257" y="1598507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703020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EC419B8-8E58-6FF0-F1DF-A91B85AFB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843AFC8-D8D0-4784-B08C-6324FA88E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6356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4B1A56-8AFB-4D4F-8D98-1E832D6FFE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53478" y="963561"/>
            <a:ext cx="4657389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5D03A96-1316-8B97-AD7B-E34E43E25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1995" y="1762798"/>
            <a:ext cx="3720353" cy="4634494"/>
          </a:xfrm>
          <a:ln w="25400" cap="sq">
            <a:noFill/>
            <a:miter lim="800000"/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sz="3200" dirty="0">
                <a:solidFill>
                  <a:schemeClr val="bg1"/>
                </a:solidFill>
              </a:rPr>
              <a:t>Models Built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76020DB-C72A-FAE1-80AB-B3FA366A423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558552" y="1542879"/>
            <a:ext cx="5057396" cy="46282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Logistic Regression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Decision Tree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Random Forest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SVM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KNN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Naive Bayes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AdaBoost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Gradient Boosting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XGBoost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LightGBM</a:t>
            </a:r>
          </a:p>
          <a:p>
            <a:pPr marL="0" marR="0" lvl="0" indent="0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Arial" panose="020B0604020202020204" pitchFamily="34" charset="0"/>
              </a:rPr>
              <a:t>CatBoost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5CC38E-C1CB-7852-4506-8A404D12D5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96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436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E21632-68FD-849D-87B5-C8B79EFD5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E9BA134F-37B6-498A-B46D-040B86E5DA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" y="963561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FE3F30-11E0-4842-8523-7222538C8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" y="963561"/>
            <a:ext cx="7547879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4C25D2-326E-5F18-5F85-8370F5B2E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480396"/>
            <a:ext cx="5977937" cy="166650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 sz="4000">
                <a:solidFill>
                  <a:srgbClr val="FFFFFF"/>
                </a:solidFill>
              </a:rPr>
              <a:t>Training and Optimization</a:t>
            </a:r>
            <a:endParaRPr lang="en-US" sz="4000">
              <a:solidFill>
                <a:srgbClr val="FFFFFF"/>
              </a:solidFill>
            </a:endParaRP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7E7D319-545A-41CD-95DF-4DE4FA8A4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8268" y="3307763"/>
            <a:ext cx="5486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1">
            <a:extLst>
              <a:ext uri="{FF2B5EF4-FFF2-40B4-BE49-F238E27FC236}">
                <a16:creationId xmlns:a16="http://schemas.microsoft.com/office/drawing/2014/main" id="{33274145-E00D-CF72-439F-879BAEBA05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97279" y="3468630"/>
            <a:ext cx="5977938" cy="338390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Pipelines used for clean integration of preprocessing + model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Hyperparameter tuning: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GridSearchCV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 and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RandomizedSearchCV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Cross-validation: 5-fold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" panose="020B0604020202020204" pitchFamily="34" charset="0"/>
              </a:rPr>
              <a:t>Best hyperparameters extracted via 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  <a:latin typeface="Arial Unicode MS"/>
              </a:rPr>
              <a:t>report()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rgbClr val="FFFFFF"/>
                </a:solidFill>
                <a:effectLst/>
              </a:rPr>
              <a:t> function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rgbClr val="FFFFFF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Graphic 11" descr="Filter">
            <a:extLst>
              <a:ext uri="{FF2B5EF4-FFF2-40B4-BE49-F238E27FC236}">
                <a16:creationId xmlns:a16="http://schemas.microsoft.com/office/drawing/2014/main" id="{62773AC6-907F-EFB8-6AC2-C39F08F43E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51982" y="2734538"/>
            <a:ext cx="3294253" cy="329425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66C9EC3-C226-2E26-4349-6287CE224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"/>
            <a:ext cx="12192000" cy="96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171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E2CE88-C1FA-499C-9ED1-F44978DA6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8F0A37D-2337-4AAF-98B0-7E4E9B987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6356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8C1804-7491-5297-A277-AEEC9A4504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250164"/>
            <a:ext cx="10058400" cy="145075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IN"/>
              <a:t>Evaluation Metrics</a:t>
            </a:r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5CCCF0-E573-463A-9760-1FDC0B2CFB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2860941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F7234D70-FB65-4E99-985E-64D219674D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64361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C2A3CA0-861F-67B8-2579-EFEAEF002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963561"/>
          </a:xfrm>
          <a:prstGeom prst="rect">
            <a:avLst/>
          </a:prstGeom>
        </p:spPr>
      </p:pic>
      <p:graphicFrame>
        <p:nvGraphicFramePr>
          <p:cNvPr id="9" name="Rectangle 1">
            <a:extLst>
              <a:ext uri="{FF2B5EF4-FFF2-40B4-BE49-F238E27FC236}">
                <a16:creationId xmlns:a16="http://schemas.microsoft.com/office/drawing/2014/main" id="{42E2F591-B687-2B33-FB44-4F73246BEF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60346"/>
              </p:ext>
            </p:extLst>
          </p:nvPr>
        </p:nvGraphicFramePr>
        <p:xfrm>
          <a:off x="1096963" y="2098515"/>
          <a:ext cx="100584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31471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36F2396-9350-915C-642C-9BEDFCBB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3741B58E-3B65-4A01-A276-975AB2CF8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963561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AAC67C3-831B-4AB1-A259-DFB839CAFA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963561"/>
            <a:ext cx="4648593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0DF8B5-7F92-FB3B-CF6E-E5DFA4E79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69" y="1569457"/>
            <a:ext cx="3642309" cy="564620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Threshold Optimization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12FC7E5A-42C1-521B-7584-3C9E2DA59E4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31958" y="1569457"/>
            <a:ext cx="5923721" cy="564620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Custom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 Unicode MS"/>
              </a:rPr>
              <a:t>Threshold_Finder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</a:rPr>
              <a:t> function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Searched thresholds from 0.01 to 1.0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Maximized F1-score by selecting best cutoff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Especially useful for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LightGBM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A849E5-AF24-DBC4-7883-32520F8F9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963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894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36AD92-00F4-7091-E574-516A03843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B6C9846-B5AB-4E52-988D-F7E5865C9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96356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3D7E8E-8467-4198-87E0-ADC1B60467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5916561"/>
            <a:ext cx="12188952" cy="1905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03BDCE-8962-3862-FB81-D534997F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782" y="5649338"/>
            <a:ext cx="10058400" cy="102871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Results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6C234D-5039-9379-F900-C9ED35983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963561"/>
          </a:xfrm>
          <a:prstGeom prst="rect">
            <a:avLst/>
          </a:prstGeom>
        </p:spPr>
      </p:pic>
      <p:graphicFrame>
        <p:nvGraphicFramePr>
          <p:cNvPr id="11" name="Rectangle 1">
            <a:extLst>
              <a:ext uri="{FF2B5EF4-FFF2-40B4-BE49-F238E27FC236}">
                <a16:creationId xmlns:a16="http://schemas.microsoft.com/office/drawing/2014/main" id="{FAA8A163-6765-505D-65A3-B84E0A0B539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0068085"/>
              </p:ext>
            </p:extLst>
          </p:nvPr>
        </p:nvGraphicFramePr>
        <p:xfrm>
          <a:off x="645744" y="1630439"/>
          <a:ext cx="10900477" cy="36192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40479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6000"/>
                <a:shade val="99000"/>
                <a:satMod val="140000"/>
              </a:schemeClr>
            </a:gs>
            <a:gs pos="65000">
              <a:schemeClr val="bg1">
                <a:tint val="100000"/>
                <a:shade val="80000"/>
                <a:satMod val="130000"/>
              </a:schemeClr>
            </a:gs>
            <a:gs pos="100000">
              <a:schemeClr val="bg1">
                <a:tint val="100000"/>
                <a:shade val="48000"/>
                <a:satMod val="120000"/>
              </a:schemeClr>
            </a:gs>
          </a:gsLst>
          <a:lin ang="162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103E59AE-44F8-4FB9-BF05-C888FE3E1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963561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FE1314-61D4-2FD6-1960-6848E34A5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59" y="1598507"/>
            <a:ext cx="3372529" cy="5055904"/>
          </a:xfrm>
        </p:spPr>
        <p:txBody>
          <a:bodyPr anchor="ctr">
            <a:normAutofit/>
          </a:bodyPr>
          <a:lstStyle/>
          <a:p>
            <a:r>
              <a:rPr lang="en-US"/>
              <a:t>Conclusion</a:t>
            </a:r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752F38C-F560-47AA-90AD-209F39C041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35022" y="2754859"/>
            <a:ext cx="0" cy="274320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B6B14AE-589A-45CC-A30D-41995FC1F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364361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C1B0B6-C48C-C713-B6AD-3C90A1D39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963561"/>
          </a:xfrm>
          <a:prstGeom prst="rect">
            <a:avLst/>
          </a:prstGeom>
        </p:spPr>
      </p:pic>
      <p:graphicFrame>
        <p:nvGraphicFramePr>
          <p:cNvPr id="18" name="Rectangle 1">
            <a:extLst>
              <a:ext uri="{FF2B5EF4-FFF2-40B4-BE49-F238E27FC236}">
                <a16:creationId xmlns:a16="http://schemas.microsoft.com/office/drawing/2014/main" id="{C72B912C-4364-C9D3-2331-3BBF887AD44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3216489"/>
              </p:ext>
            </p:extLst>
          </p:nvPr>
        </p:nvGraphicFramePr>
        <p:xfrm>
          <a:off x="4655257" y="1673510"/>
          <a:ext cx="6910387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517068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EFDAB-C95F-32A6-A93D-EB586344B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EAE836-7940-4F55-82B7-7DFE35AA7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DE99896-C881-642D-60A7-9C033F541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2000" cy="96356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2A8AEF2-678D-B6EC-51CD-E4B17108F550}"/>
              </a:ext>
            </a:extLst>
          </p:cNvPr>
          <p:cNvSpPr txBox="1"/>
          <p:nvPr/>
        </p:nvSpPr>
        <p:spPr>
          <a:xfrm>
            <a:off x="9849083" y="5684426"/>
            <a:ext cx="2267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Thank You</a:t>
            </a:r>
            <a:endParaRPr lang="en-IN" dirty="0"/>
          </a:p>
        </p:txBody>
      </p:sp>
      <p:graphicFrame>
        <p:nvGraphicFramePr>
          <p:cNvPr id="8" name="Rectangle 1">
            <a:extLst>
              <a:ext uri="{FF2B5EF4-FFF2-40B4-BE49-F238E27FC236}">
                <a16:creationId xmlns:a16="http://schemas.microsoft.com/office/drawing/2014/main" id="{27E823F9-75C9-8811-BFFC-5688FFB6A84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0820270"/>
              </p:ext>
            </p:extLst>
          </p:nvPr>
        </p:nvGraphicFramePr>
        <p:xfrm>
          <a:off x="1097280" y="2108201"/>
          <a:ext cx="10058400" cy="3760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2221939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Sagona Extra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agona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1052</TotalTime>
  <Words>358</Words>
  <Application>Microsoft Office PowerPoint</Application>
  <PresentationFormat>Widescreen</PresentationFormat>
  <Paragraphs>64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-apple-system</vt:lpstr>
      <vt:lpstr>Aptos</vt:lpstr>
      <vt:lpstr>Arial</vt:lpstr>
      <vt:lpstr>Arial Unicode MS</vt:lpstr>
      <vt:lpstr>Calibri</vt:lpstr>
      <vt:lpstr>Sagona Book</vt:lpstr>
      <vt:lpstr>Sagona ExtraLight</vt:lpstr>
      <vt:lpstr>RetrospectVTI</vt:lpstr>
      <vt:lpstr>Payday Loan Defaulter Prediction Using Machine Learning CIS 550: Advanced Machine Learning NIKHILESH NARKHEDE (02196141). Group No : 01 </vt:lpstr>
      <vt:lpstr>Problem Statement </vt:lpstr>
      <vt:lpstr>PowerPoint Presentation</vt:lpstr>
      <vt:lpstr>Dataset Overview</vt:lpstr>
      <vt:lpstr>Preprocessing</vt:lpstr>
      <vt:lpstr>Models Built</vt:lpstr>
      <vt:lpstr>Training and Optimization</vt:lpstr>
      <vt:lpstr>Evaluation Metrics</vt:lpstr>
      <vt:lpstr>Threshold Optimization</vt:lpstr>
      <vt:lpstr>Results</vt:lpstr>
      <vt:lpstr>Conclusion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NIKHILESH NARKHEDE</dc:creator>
  <cp:lastModifiedBy>NikhileshNishikant Narkhede</cp:lastModifiedBy>
  <cp:revision>13</cp:revision>
  <dcterms:created xsi:type="dcterms:W3CDTF">2024-12-13T02:50:37Z</dcterms:created>
  <dcterms:modified xsi:type="dcterms:W3CDTF">2025-07-29T11:51:39Z</dcterms:modified>
</cp:coreProperties>
</file>